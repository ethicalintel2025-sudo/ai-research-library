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cognitive architecture of morality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matters less than the reason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reasoning expands from consequence to principle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hierarchy misses relational moral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imitate developmental levels without developing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DIT converts justifications into moral schemas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Ethical performance is not language invariant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benchmark captures moral competence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Frontier models are strongest on individualizing foundations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methods shape the rhetoric models 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scores can measure fluent imitation, not moral agency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credible audit tests reasoning, consistency, culture, and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report’s strongest research anchors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the behavior; do not anthropomorphize the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cognitive architecture of morality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