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evolving landscape of moral alignment in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 success can conceal a compliance facade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Post-training success does not survive deployment intact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Foundations Theory is a lens—not a complete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must test the path from knowledge to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Forced trade-offs reveal value frequencies, not stable value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tuning creates an artificial moral compass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deliberation acts as an alignment solvent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framing reaches cognition, while real-world grounding remains fragile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Deployment-ready evaluation needs six simultaneous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is not a single “correct” moral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evolving landscape of moral alignment in large language models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