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frontier of normative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moving from preference matching to principled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verdict can conceal a different moral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Rewarding the reasoning trace improves moral generalization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Embodiment turns ethics into a context-resolution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Pluralism works better when disagreement stays visible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Veil of Ignorance turns impartiality into a design constraint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 offers a legitimate, inspectable lower bound for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Multi-agent stability favors operational rules over lofty principles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Activation steering controls style better than substance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Normative alignment must be layered, not post-hoc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frontier of normative alignment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