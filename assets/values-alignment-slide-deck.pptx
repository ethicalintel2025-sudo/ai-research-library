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alignment:what changed in the last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field shifted from output compliance to value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alignment now spans four distinct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structured value map is replacing vague appeals to “human values”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becoming a layered technical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ConVA showed that latent value directions can be controlled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NeVA makes value control more local—and less leaky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alignment is becoming a control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Stated values are not a reliable proxy for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Matching the label can still miss the moral reason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Constitutions improve when they capture why people choose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alignment must connect three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 agents make value alignment relational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is shifting from perfect agreement to resilient diversity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 alignment determines which trade-offs remain reachable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personalization can freeze values that should evolve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Measurement is becoming longitudinal, multilingual, and behavioral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 alignment requires four independent lines of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research program is adaptive and pluralistic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map and publication 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not a destination.It is a governed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 alignment: what changed in the last year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