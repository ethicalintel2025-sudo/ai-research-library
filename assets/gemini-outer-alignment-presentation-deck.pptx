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Outer alignment benchmarks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Proxy optimization creates a structural alignment 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More reasoning can produce more effective exploits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Benchmark design determines which failure becomes visible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Reward-model accuracy is not the same as aligned 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Stable values require more than refusals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Static moral profiles fracture in dynamic decisions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Cultural calibration outperforms one-size-fits-all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judges wash out difficult moral signals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an evaluation stack, not a single score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Outer alignment benchmarks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