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alignment beyond the training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is a system property, not a model adjective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complete alignment claim names five coordinates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Misalignment appears at five different links in the 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Optimization exploits the gap between what we measure and what we mean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values are plural, contextual, and contested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training pipeline compresses normative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method solves a different bottleneck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Uncertainty about human purposes can improve assistance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Oversight must scale with task difficulty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evaluation separates capability, propensity, and safeguards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Agency turns output errors into action risks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closes gaps that training cannot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credible program produces evidence at every lifecycle 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frontier is longitudinal, multilingual, causal, and institutional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alignment means keeping optimized power answerable to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Values alignment beyond the training loop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