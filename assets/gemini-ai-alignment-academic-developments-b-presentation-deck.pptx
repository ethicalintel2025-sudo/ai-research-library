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maturation of value alignment in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SFT establishes the value profile before preference optimization can react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Pluralistic alignment becomes a controllable system, not a single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Dense rewards improve reasoning oversight—and create new attack surfaces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 supervisors work best when treated as probes, not oracles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systems turn oversight into an adversarial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 legal rules beat abstract constitutions in reported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Inference-time steering is both a safety layer and a control surface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Effective alignment shifts left, inward, and outward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frontier is no longer choosing values once. It is governing how values enter, evolve, and get enforced.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maturation of value alignment in artificial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