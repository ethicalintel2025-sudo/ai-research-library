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alignment methods: Intermediate topics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alignment method answers one of three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RLHF is a three-stage pipeline held together by a reference-policy leash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Optimizing a proxy eventually finds the proxy’s blind spots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DPO simplifies the pipeline, but each simplification trades away something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 turns principles into critique, revision, and preference labels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Scalable oversight amplifies a weaker judge instead of pretending it is omniscient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Sparse features make internal structure more legible—but not fully understood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score is only as trustworthy as the elicitation and adversarial pressure behind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Steering changes expression at inference time without changing the weights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Adversarial training raises the bar; unlearning often suppresses rather than erases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in practice is an iterative stack, not a single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and capability lie on a frontier; crude methods pay a larger 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three questions, then implement one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alignment methods: Intermediate topics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