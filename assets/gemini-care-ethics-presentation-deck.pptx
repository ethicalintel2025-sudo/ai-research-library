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Care ethics for AI alignment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Alignment must become relational, not merely compliant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Care ethics expanded from voice to relationship to public systems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Five phases turn care into an evaluable lifecycle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Abstract optimization creates moral distance in vulnerable contexts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Simulated compassion can create attachment without accountability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Operationalization needs training, governance and repair together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Relational framing shows measurable promise, not a finished proof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Alignment is a relationship to maintain, not a constraint to install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Care ethics for AI alignment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