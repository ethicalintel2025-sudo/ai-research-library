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101 technical alignment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a layered control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layers organize the toolkit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decides which behavior is easy to learn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Coverage matters as much as cleanliness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turn values into optimization pressure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Robust objectives plan for bad tails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Demonstrations teach a behavioral prior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Supervision can target process or outcome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Preference learning turns comparisons into gradients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more than one way to use preferences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Principles can supervise behavior at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Constitutions become pipelines, not slogans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Oversight must work when tasks exceed one reviewer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 supervisors need leverage, not omniscience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Interpretability asks what computation produced the behavior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Mechanistic tools move from correlation to intervention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should search for failures, not average them 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benchmark is a test harness, not a certificate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Inference-time methods steer without retraining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Tools and decoders can narrow the action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Deployment controls limit blast radius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Operations complete the alignment loop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methods by failure mode and intervention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labs turn the taxonomy into experiments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toolkit reduces risk but does not prove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these primary sources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is defense in depth, not a single loss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 technical alignment methods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