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Pluralistic values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model can serve many publics only by making value conflicts visible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Pluralism is bounded contestation, not moral relativism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Pluralistic systems can represent, steer, or calibrate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alignment pipeline is a chain of normative choices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Standing should follow impact, not convenience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elicitation separates preferences from reasons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Aggregation rules encode a theory of fairness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good aggregate preserves the minority 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should match the kind of pluralism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input can shape a model constitution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Consensus is useful only when exclusion remains detectable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must test representation and legitimacy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Seductive shortcuts collapse legitimate difference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pluralistic alignment as a governed control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field is converging on explicit plurality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Pluralistic alignment does not end disagreement.It keeps disagreement visible, bounded, and governable.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Pluralistic values alignment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