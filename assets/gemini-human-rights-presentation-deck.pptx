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rights as a blueprint for AI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UDHR is a negotiated baseline, not a complete governance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Principle-based training makes the constitution explicit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 input widens legitimacy, but engineering still determines the constitution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 neutrality can become unequal rights protection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Cultural pluralism and universal rights pull in different directions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rights scenario changes when the language changes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Rights must travel from legal text into agent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alignment stack can protect rights or suppress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rights alignment needs parity tests, multilingual evaluation and governance people can contest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rights as a blueprint for AI alignment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