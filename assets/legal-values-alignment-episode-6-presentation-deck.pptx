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Legal values alignment: From written rules to grounded judgment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Law contributes more than a list of prohibitions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Legal capability is necessary, but alignment asks a harder 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Law is a legitimate lower bound—not a complete moral oracle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written constitution becomes useful only when it closes the learning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Abstract rules underdetermine the cases that matter 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Precedent turns vague principles into situated judgment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Grounded constitutional alignment needs four connected layers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Resolve conflicts with an explicit order of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Pluralism requires localization without moral fragmentation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constitution governs better when people can shape and challenge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must test the entire chain from norm to outcome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dangerous failures can look procedurally polished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 controls should scale with consequence and uncertainty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research frontier is institutional as much as technical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Grounded alignment is a living institution, not a static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values alignment: From written rules to grounded judgment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