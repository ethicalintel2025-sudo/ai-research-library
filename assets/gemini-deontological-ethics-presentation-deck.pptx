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deontological architecture of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Reward optimization needs inviolable constraints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Kant supplies three tests for machine conduct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Ross turns rigid rules into contextual duty balancing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Deontic logic makes obligation machine-checkable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 systems need duties for the violated state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Constitutional AI operationalizes rule-guided self-correction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fair outcome is insufficient if the process treats people as mere instruments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Benchmark rule adherence and justified exceptions separately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systems that optimize within rights, duties, and accountable procedures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deontological architecture of artificial intelligence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