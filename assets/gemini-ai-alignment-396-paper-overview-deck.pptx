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ppt/notesSlides/notesSlide125.xml" ContentType="application/vnd.openxmlformats-officedocument.presentationml.notesSlide+xml"/>
  <Override PartName="/ppt/notesSlides/notesSlide126.xml" ContentType="application/vnd.openxmlformats-officedocument.presentationml.notesSlide+xml"/>
  <Override PartName="/ppt/notesSlides/notesSlide127.xml" ContentType="application/vnd.openxmlformats-officedocument.presentationml.notesSlide+xml"/>
  <Override PartName="/ppt/notesSlides/notesSlide128.xml" ContentType="application/vnd.openxmlformats-officedocument.presentationml.notesSlide+xml"/>
  <Override PartName="/ppt/notesSlides/notesSlide129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30.xml" ContentType="application/vnd.openxmlformats-officedocument.presentationml.notesSlide+xml"/>
  <Override PartName="/ppt/notesSlides/notesSlide131.xml" ContentType="application/vnd.openxmlformats-officedocument.presentationml.notesSlide+xml"/>
  <Override PartName="/ppt/notesSlides/notesSlide132.xml" ContentType="application/vnd.openxmlformats-officedocument.presentationml.notesSlide+xml"/>
  <Override PartName="/ppt/notesSlides/notesSlide133.xml" ContentType="application/vnd.openxmlformats-officedocument.presentationml.notesSlide+xml"/>
  <Override PartName="/ppt/notesSlides/notesSlide134.xml" ContentType="application/vnd.openxmlformats-officedocument.presentationml.notesSlide+xml"/>
  <Override PartName="/ppt/notesSlides/notesSlide135.xml" ContentType="application/vnd.openxmlformats-officedocument.presentationml.notesSlide+xml"/>
  <Override PartName="/ppt/notesSlides/notesSlide136.xml" ContentType="application/vnd.openxmlformats-officedocument.presentationml.notesSlide+xml"/>
  <Override PartName="/ppt/notesSlides/notesSlide137.xml" ContentType="application/vnd.openxmlformats-officedocument.presentationml.notesSlide+xml"/>
  <Override PartName="/ppt/notesSlides/notesSlide138.xml" ContentType="application/vnd.openxmlformats-officedocument.presentationml.notesSlide+xml"/>
  <Override PartName="/ppt/notesSlides/notesSlide139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40.xml" ContentType="application/vnd.openxmlformats-officedocument.presentationml.notesSlide+xml"/>
  <Override PartName="/ppt/notesSlides/notesSlide141.xml" ContentType="application/vnd.openxmlformats-officedocument.presentationml.notesSlide+xml"/>
  <Override PartName="/ppt/notesSlides/notesSlide142.xml" ContentType="application/vnd.openxmlformats-officedocument.presentationml.notesSlide+xml"/>
  <Override PartName="/ppt/notesSlides/notesSlide143.xml" ContentType="application/vnd.openxmlformats-officedocument.presentationml.notesSlide+xml"/>
  <Override PartName="/ppt/notesSlides/notesSlide144.xml" ContentType="application/vnd.openxmlformats-officedocument.presentationml.notesSlide+xml"/>
  <Override PartName="/ppt/notesSlides/notesSlide145.xml" ContentType="application/vnd.openxmlformats-officedocument.presentationml.notesSlide+xml"/>
  <Override PartName="/ppt/notesSlides/notesSlide146.xml" ContentType="application/vnd.openxmlformats-officedocument.presentationml.notesSlide+xml"/>
  <Override PartName="/ppt/notesSlides/notesSlide147.xml" ContentType="application/vnd.openxmlformats-officedocument.presentationml.notesSlide+xml"/>
  <Override PartName="/ppt/notesSlides/notesSlide148.xml" ContentType="application/vnd.openxmlformats-officedocument.presentationml.notesSlide+xml"/>
  <Override PartName="/ppt/notesSlides/notesSlide149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50.xml" ContentType="application/vnd.openxmlformats-officedocument.presentationml.notesSlide+xml"/>
  <Override PartName="/ppt/notesSlides/notesSlide151.xml" ContentType="application/vnd.openxmlformats-officedocument.presentationml.notesSlide+xml"/>
  <Override PartName="/ppt/notesSlides/notesSlide152.xml" ContentType="application/vnd.openxmlformats-officedocument.presentationml.notesSlide+xml"/>
  <Override PartName="/ppt/notesSlides/notesSlide153.xml" ContentType="application/vnd.openxmlformats-officedocument.presentationml.notesSlide+xml"/>
  <Override PartName="/ppt/notesSlides/notesSlide154.xml" ContentType="application/vnd.openxmlformats-officedocument.presentationml.notesSlide+xml"/>
  <Override PartName="/ppt/notesSlides/notesSlide155.xml" ContentType="application/vnd.openxmlformats-officedocument.presentationml.notesSlide+xml"/>
  <Override PartName="/ppt/notesSlides/notesSlide156.xml" ContentType="application/vnd.openxmlformats-officedocument.presentationml.notesSlide+xml"/>
  <Override PartName="/ppt/notesSlides/notesSlide157.xml" ContentType="application/vnd.openxmlformats-officedocument.presentationml.notesSlide+xml"/>
  <Override PartName="/ppt/notesSlides/notesSlide158.xml" ContentType="application/vnd.openxmlformats-officedocument.presentationml.notesSlide+xml"/>
  <Override PartName="/ppt/notesSlides/notesSlide159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60.xml" ContentType="application/vnd.openxmlformats-officedocument.presentationml.notesSlide+xml"/>
  <Override PartName="/ppt/notesSlides/notesSlide161.xml" ContentType="application/vnd.openxmlformats-officedocument.presentationml.notesSlide+xml"/>
  <Override PartName="/ppt/notesSlides/notesSlide162.xml" ContentType="application/vnd.openxmlformats-officedocument.presentationml.notesSlide+xml"/>
  <Override PartName="/ppt/notesSlides/notesSlide163.xml" ContentType="application/vnd.openxmlformats-officedocument.presentationml.notesSlide+xml"/>
  <Override PartName="/ppt/notesSlides/notesSlide164.xml" ContentType="application/vnd.openxmlformats-officedocument.presentationml.notesSlide+xml"/>
  <Override PartName="/ppt/notesSlides/notesSlide165.xml" ContentType="application/vnd.openxmlformats-officedocument.presentationml.notesSlide+xml"/>
  <Override PartName="/ppt/notesSlides/notesSlide166.xml" ContentType="application/vnd.openxmlformats-officedocument.presentationml.notesSlide+xml"/>
  <Override PartName="/ppt/notesSlides/notesSlide167.xml" ContentType="application/vnd.openxmlformats-officedocument.presentationml.notesSlide+xml"/>
  <Override PartName="/ppt/notesSlides/notesSlide168.xml" ContentType="application/vnd.openxmlformats-officedocument.presentationml.notesSlide+xml"/>
  <Override PartName="/ppt/notesSlides/notesSlide169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70.xml" ContentType="application/vnd.openxmlformats-officedocument.presentationml.notesSlide+xml"/>
  <Override PartName="/ppt/notesSlides/notesSlide171.xml" ContentType="application/vnd.openxmlformats-officedocument.presentationml.notesSlide+xml"/>
  <Override PartName="/ppt/notesSlides/notesSlide172.xml" ContentType="application/vnd.openxmlformats-officedocument.presentationml.notesSlide+xml"/>
  <Override PartName="/ppt/notesSlides/notesSlide173.xml" ContentType="application/vnd.openxmlformats-officedocument.presentationml.notesSlide+xml"/>
  <Override PartName="/ppt/notesSlides/notesSlide174.xml" ContentType="application/vnd.openxmlformats-officedocument.presentationml.notesSlide+xml"/>
  <Override PartName="/ppt/notesSlides/notesSlide175.xml" ContentType="application/vnd.openxmlformats-officedocument.presentationml.notesSlide+xml"/>
  <Override PartName="/ppt/notesSlides/notesSlide176.xml" ContentType="application/vnd.openxmlformats-officedocument.presentationml.notesSlide+xml"/>
  <Override PartName="/ppt/notesSlides/notesSlide177.xml" ContentType="application/vnd.openxmlformats-officedocument.presentationml.notesSlide+xml"/>
  <Override PartName="/ppt/notesSlides/notesSlide178.xml" ContentType="application/vnd.openxmlformats-officedocument.presentationml.notesSlide+xml"/>
  <Override PartName="/ppt/notesSlides/notesSlide179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80.xml" ContentType="application/vnd.openxmlformats-officedocument.presentationml.notesSlide+xml"/>
  <Override PartName="/ppt/notesSlides/notesSlide181.xml" ContentType="application/vnd.openxmlformats-officedocument.presentationml.notesSlide+xml"/>
  <Override PartName="/ppt/notesSlides/notesSlide182.xml" ContentType="application/vnd.openxmlformats-officedocument.presentationml.notesSlide+xml"/>
  <Override PartName="/ppt/notesSlides/notesSlide183.xml" ContentType="application/vnd.openxmlformats-officedocument.presentationml.notesSlide+xml"/>
  <Override PartName="/ppt/notesSlides/notesSlide184.xml" ContentType="application/vnd.openxmlformats-officedocument.presentationml.notesSlide+xml"/>
  <Override PartName="/ppt/notesSlides/notesSlide185.xml" ContentType="application/vnd.openxmlformats-officedocument.presentationml.notesSlide+xml"/>
  <Override PartName="/ppt/notesSlides/notesSlide186.xml" ContentType="application/vnd.openxmlformats-officedocument.presentationml.notesSlide+xml"/>
  <Override PartName="/ppt/notesSlides/notesSlide187.xml" ContentType="application/vnd.openxmlformats-officedocument.presentationml.notesSlide+xml"/>
  <Override PartName="/ppt/notesSlides/notesSlide188.xml" ContentType="application/vnd.openxmlformats-officedocument.presentationml.notesSlide+xml"/>
  <Override PartName="/ppt/notesSlides/notesSlide189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190.xml" ContentType="application/vnd.openxmlformats-officedocument.presentationml.notesSlide+xml"/>
  <Override PartName="/ppt/notesSlides/notesSlide191.xml" ContentType="application/vnd.openxmlformats-officedocument.presentationml.notesSlide+xml"/>
  <Override PartName="/ppt/notesSlides/notesSlide192.xml" ContentType="application/vnd.openxmlformats-officedocument.presentationml.notesSlide+xml"/>
  <Override PartName="/ppt/notesSlides/notesSlide193.xml" ContentType="application/vnd.openxmlformats-officedocument.presentationml.notesSlide+xml"/>
  <Override PartName="/ppt/notesSlides/notesSlide194.xml" ContentType="application/vnd.openxmlformats-officedocument.presentationml.notesSlide+xml"/>
  <Override PartName="/ppt/notesSlides/notesSlide195.xml" ContentType="application/vnd.openxmlformats-officedocument.presentationml.notesSlide+xml"/>
  <Override PartName="/ppt/notesSlides/notesSlide196.xml" ContentType="application/vnd.openxmlformats-officedocument.presentationml.notesSlide+xml"/>
  <Override PartName="/ppt/notesSlides/notesSlide197.xml" ContentType="application/vnd.openxmlformats-officedocument.presentationml.notesSlide+xml"/>
  <Override PartName="/ppt/notesSlides/notesSlide198.xml" ContentType="application/vnd.openxmlformats-officedocument.presentationml.notesSlide+xml"/>
  <Override PartName="/ppt/notesSlides/notesSlide19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00.xml" ContentType="application/vnd.openxmlformats-officedocument.presentationml.notesSlide+xml"/>
  <Override PartName="/ppt/notesSlides/notesSlide201.xml" ContentType="application/vnd.openxmlformats-officedocument.presentationml.notesSlide+xml"/>
  <Override PartName="/ppt/notesSlides/notesSlide202.xml" ContentType="application/vnd.openxmlformats-officedocument.presentationml.notesSlide+xml"/>
  <Override PartName="/ppt/notesSlides/notesSlide203.xml" ContentType="application/vnd.openxmlformats-officedocument.presentationml.notesSlide+xml"/>
  <Override PartName="/ppt/notesSlides/notesSlide204.xml" ContentType="application/vnd.openxmlformats-officedocument.presentationml.notesSlide+xml"/>
  <Override PartName="/ppt/notesSlides/notesSlide205.xml" ContentType="application/vnd.openxmlformats-officedocument.presentationml.notesSlide+xml"/>
  <Override PartName="/ppt/notesSlides/notesSlide206.xml" ContentType="application/vnd.openxmlformats-officedocument.presentationml.notesSlide+xml"/>
  <Override PartName="/ppt/notesSlides/notesSlide207.xml" ContentType="application/vnd.openxmlformats-officedocument.presentationml.notesSlide+xml"/>
  <Override PartName="/ppt/notesSlides/notesSlide208.xml" ContentType="application/vnd.openxmlformats-officedocument.presentationml.notesSlide+xml"/>
  <Override PartName="/ppt/notesSlides/notesSlide20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10.xml" ContentType="application/vnd.openxmlformats-officedocument.presentationml.notesSlide+xml"/>
  <Override PartName="/ppt/notesSlides/notesSlide211.xml" ContentType="application/vnd.openxmlformats-officedocument.presentationml.notesSlide+xml"/>
  <Override PartName="/ppt/notesSlides/notesSlide212.xml" ContentType="application/vnd.openxmlformats-officedocument.presentationml.notesSlide+xml"/>
  <Override PartName="/ppt/notesSlides/notesSlide213.xml" ContentType="application/vnd.openxmlformats-officedocument.presentationml.notesSlide+xml"/>
  <Override PartName="/ppt/notesSlides/notesSlide214.xml" ContentType="application/vnd.openxmlformats-officedocument.presentationml.notesSlide+xml"/>
  <Override PartName="/ppt/notesSlides/notesSlide215.xml" ContentType="application/vnd.openxmlformats-officedocument.presentationml.notesSlide+xml"/>
  <Override PartName="/ppt/notesSlides/notesSlide216.xml" ContentType="application/vnd.openxmlformats-officedocument.presentationml.notesSlide+xml"/>
  <Override PartName="/ppt/notesSlides/notesSlide217.xml" ContentType="application/vnd.openxmlformats-officedocument.presentationml.notesSlide+xml"/>
  <Override PartName="/ppt/notesSlides/notesSlide218.xml" ContentType="application/vnd.openxmlformats-officedocument.presentationml.notesSlide+xml"/>
  <Override PartName="/ppt/notesSlides/notesSlide219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20.xml" ContentType="application/vnd.openxmlformats-officedocument.presentationml.notesSlide+xml"/>
  <Override PartName="/ppt/notesSlides/notesSlide221.xml" ContentType="application/vnd.openxmlformats-officedocument.presentationml.notesSlide+xml"/>
  <Override PartName="/ppt/notesSlides/notesSlide222.xml" ContentType="application/vnd.openxmlformats-officedocument.presentationml.notesSlide+xml"/>
  <Override PartName="/ppt/notesSlides/notesSlide223.xml" ContentType="application/vnd.openxmlformats-officedocument.presentationml.notesSlide+xml"/>
  <Override PartName="/ppt/notesSlides/notesSlide224.xml" ContentType="application/vnd.openxmlformats-officedocument.presentationml.notesSlide+xml"/>
  <Override PartName="/ppt/notesSlides/notesSlide225.xml" ContentType="application/vnd.openxmlformats-officedocument.presentationml.notesSlide+xml"/>
  <Override PartName="/ppt/notesSlides/notesSlide226.xml" ContentType="application/vnd.openxmlformats-officedocument.presentationml.notesSlide+xml"/>
  <Override PartName="/ppt/notesSlides/notesSlide227.xml" ContentType="application/vnd.openxmlformats-officedocument.presentationml.notesSlide+xml"/>
  <Override PartName="/ppt/notesSlides/notesSlide228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39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notesSlides/notesSlide242.xml" ContentType="application/vnd.openxmlformats-officedocument.presentationml.notesSlide+xml"/>
  <Override PartName="/ppt/notesSlides/notesSlide243.xml" ContentType="application/vnd.openxmlformats-officedocument.presentationml.notesSlide+xml"/>
  <Override PartName="/ppt/notesSlides/notesSlide244.xml" ContentType="application/vnd.openxmlformats-officedocument.presentationml.notesSlide+xml"/>
  <Override PartName="/ppt/notesSlides/notesSlide245.xml" ContentType="application/vnd.openxmlformats-officedocument.presentationml.notesSlide+xml"/>
  <Override PartName="/ppt/notesSlides/notesSlide246.xml" ContentType="application/vnd.openxmlformats-officedocument.presentationml.notesSlide+xml"/>
  <Override PartName="/ppt/notesSlides/notesSlide247.xml" ContentType="application/vnd.openxmlformats-officedocument.presentationml.notesSlide+xml"/>
  <Override PartName="/ppt/notesSlides/notesSlide248.xml" ContentType="application/vnd.openxmlformats-officedocument.presentationml.notesSlide+xml"/>
  <Override PartName="/ppt/notesSlides/notesSlide249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50.xml" ContentType="application/vnd.openxmlformats-officedocument.presentationml.notesSlide+xml"/>
  <Override PartName="/ppt/notesSlides/notesSlide251.xml" ContentType="application/vnd.openxmlformats-officedocument.presentationml.notesSlide+xml"/>
  <Override PartName="/ppt/notesSlides/notesSlide252.xml" ContentType="application/vnd.openxmlformats-officedocument.presentationml.notesSlide+xml"/>
  <Override PartName="/ppt/notesSlides/notesSlide253.xml" ContentType="application/vnd.openxmlformats-officedocument.presentationml.notesSlide+xml"/>
  <Override PartName="/ppt/notesSlides/notesSlide254.xml" ContentType="application/vnd.openxmlformats-officedocument.presentationml.notesSlide+xml"/>
  <Override PartName="/ppt/notesSlides/notesSlide255.xml" ContentType="application/vnd.openxmlformats-officedocument.presentationml.notesSlide+xml"/>
  <Override PartName="/ppt/notesSlides/notesSlide256.xml" ContentType="application/vnd.openxmlformats-officedocument.presentationml.notesSlide+xml"/>
  <Override PartName="/ppt/notesSlides/notesSlide257.xml" ContentType="application/vnd.openxmlformats-officedocument.presentationml.notesSlide+xml"/>
  <Override PartName="/ppt/notesSlides/notesSlide258.xml" ContentType="application/vnd.openxmlformats-officedocument.presentationml.notesSlide+xml"/>
  <Override PartName="/ppt/notesSlides/notesSlide259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60.xml" ContentType="application/vnd.openxmlformats-officedocument.presentationml.notesSlide+xml"/>
  <Override PartName="/ppt/notesSlides/notesSlide261.xml" ContentType="application/vnd.openxmlformats-officedocument.presentationml.notesSlide+xml"/>
  <Override PartName="/ppt/notesSlides/notesSlide262.xml" ContentType="application/vnd.openxmlformats-officedocument.presentationml.notesSlide+xml"/>
  <Override PartName="/ppt/notesSlides/notesSlide263.xml" ContentType="application/vnd.openxmlformats-officedocument.presentationml.notesSlide+xml"/>
  <Override PartName="/ppt/notesSlides/notesSlide264.xml" ContentType="application/vnd.openxmlformats-officedocument.presentationml.notesSlide+xml"/>
  <Override PartName="/ppt/notesSlides/notesSlide265.xml" ContentType="application/vnd.openxmlformats-officedocument.presentationml.notesSlide+xml"/>
  <Override PartName="/ppt/notesSlides/notesSlide266.xml" ContentType="application/vnd.openxmlformats-officedocument.presentationml.notesSlide+xml"/>
  <Override PartName="/ppt/notesSlides/notesSlide267.xml" ContentType="application/vnd.openxmlformats-officedocument.presentationml.notesSlide+xml"/>
  <Override PartName="/ppt/notesSlides/notesSlide268.xml" ContentType="application/vnd.openxmlformats-officedocument.presentationml.notesSlide+xml"/>
  <Override PartName="/ppt/notesSlides/notesSlide269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70.xml" ContentType="application/vnd.openxmlformats-officedocument.presentationml.notesSlide+xml"/>
  <Override PartName="/ppt/notesSlides/notesSlide271.xml" ContentType="application/vnd.openxmlformats-officedocument.presentationml.notesSlide+xml"/>
  <Override PartName="/ppt/notesSlides/notesSlide272.xml" ContentType="application/vnd.openxmlformats-officedocument.presentationml.notesSlide+xml"/>
  <Override PartName="/ppt/notesSlides/notesSlide273.xml" ContentType="application/vnd.openxmlformats-officedocument.presentationml.notesSlide+xml"/>
  <Override PartName="/ppt/notesSlides/notesSlide274.xml" ContentType="application/vnd.openxmlformats-officedocument.presentationml.notesSlide+xml"/>
  <Override PartName="/ppt/notesSlides/notesSlide275.xml" ContentType="application/vnd.openxmlformats-officedocument.presentationml.notesSlide+xml"/>
  <Override PartName="/ppt/notesSlides/notesSlide276.xml" ContentType="application/vnd.openxmlformats-officedocument.presentationml.notesSlide+xml"/>
  <Override PartName="/ppt/notesSlides/notesSlide277.xml" ContentType="application/vnd.openxmlformats-officedocument.presentationml.notesSlide+xml"/>
  <Override PartName="/ppt/notesSlides/notesSlide278.xml" ContentType="application/vnd.openxmlformats-officedocument.presentationml.notesSlide+xml"/>
  <Override PartName="/ppt/notesSlides/notesSlide279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80.xml" ContentType="application/vnd.openxmlformats-officedocument.presentationml.notesSlide+xml"/>
  <Override PartName="/ppt/notesSlides/notesSlide281.xml" ContentType="application/vnd.openxmlformats-officedocument.presentationml.notesSlide+xml"/>
  <Override PartName="/ppt/notesSlides/notesSlide282.xml" ContentType="application/vnd.openxmlformats-officedocument.presentationml.notesSlide+xml"/>
  <Override PartName="/ppt/notesSlides/notesSlide283.xml" ContentType="application/vnd.openxmlformats-officedocument.presentationml.notesSlide+xml"/>
  <Override PartName="/ppt/notesSlides/notesSlide284.xml" ContentType="application/vnd.openxmlformats-officedocument.presentationml.notesSlide+xml"/>
  <Override PartName="/ppt/notesSlides/notesSlide285.xml" ContentType="application/vnd.openxmlformats-officedocument.presentationml.notesSlide+xml"/>
  <Override PartName="/ppt/notesSlides/notesSlide286.xml" ContentType="application/vnd.openxmlformats-officedocument.presentationml.notesSlide+xml"/>
  <Override PartName="/ppt/notesSlides/notesSlide287.xml" ContentType="application/vnd.openxmlformats-officedocument.presentationml.notesSlide+xml"/>
  <Override PartName="/ppt/notesSlides/notesSlide288.xml" ContentType="application/vnd.openxmlformats-officedocument.presentationml.notesSlide+xml"/>
  <Override PartName="/ppt/notesSlides/notesSlide289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290.xml" ContentType="application/vnd.openxmlformats-officedocument.presentationml.notesSlide+xml"/>
  <Override PartName="/ppt/notesSlides/notesSlide291.xml" ContentType="application/vnd.openxmlformats-officedocument.presentationml.notesSlide+xml"/>
  <Override PartName="/ppt/notesSlides/notesSlide292.xml" ContentType="application/vnd.openxmlformats-officedocument.presentationml.notesSlide+xml"/>
  <Override PartName="/ppt/notesSlides/notesSlide293.xml" ContentType="application/vnd.openxmlformats-officedocument.presentationml.notesSlide+xml"/>
  <Override PartName="/ppt/notesSlides/notesSlide294.xml" ContentType="application/vnd.openxmlformats-officedocument.presentationml.notesSlide+xml"/>
  <Override PartName="/ppt/notesSlides/notesSlide295.xml" ContentType="application/vnd.openxmlformats-officedocument.presentationml.notesSlide+xml"/>
  <Override PartName="/ppt/notesSlides/notesSlide296.xml" ContentType="application/vnd.openxmlformats-officedocument.presentationml.notesSlide+xml"/>
  <Override PartName="/ppt/notesSlides/notesSlide297.xml" ContentType="application/vnd.openxmlformats-officedocument.presentationml.notesSlide+xml"/>
  <Override PartName="/ppt/notesSlides/notesSlide298.xml" ContentType="application/vnd.openxmlformats-officedocument.presentationml.notesSlide+xml"/>
  <Override PartName="/ppt/notesSlides/notesSlide29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00.xml" ContentType="application/vnd.openxmlformats-officedocument.presentationml.notesSlide+xml"/>
  <Override PartName="/ppt/notesSlides/notesSlide301.xml" ContentType="application/vnd.openxmlformats-officedocument.presentationml.notesSlide+xml"/>
  <Override PartName="/ppt/notesSlides/notesSlide302.xml" ContentType="application/vnd.openxmlformats-officedocument.presentationml.notesSlide+xml"/>
  <Override PartName="/ppt/notesSlides/notesSlide303.xml" ContentType="application/vnd.openxmlformats-officedocument.presentationml.notesSlide+xml"/>
  <Override PartName="/ppt/notesSlides/notesSlide304.xml" ContentType="application/vnd.openxmlformats-officedocument.presentationml.notesSlide+xml"/>
  <Override PartName="/ppt/notesSlides/notesSlide305.xml" ContentType="application/vnd.openxmlformats-officedocument.presentationml.notesSlide+xml"/>
  <Override PartName="/ppt/notesSlides/notesSlide306.xml" ContentType="application/vnd.openxmlformats-officedocument.presentationml.notesSlide+xml"/>
  <Override PartName="/ppt/notesSlides/notesSlide307.xml" ContentType="application/vnd.openxmlformats-officedocument.presentationml.notesSlide+xml"/>
  <Override PartName="/ppt/notesSlides/notesSlide308.xml" ContentType="application/vnd.openxmlformats-officedocument.presentationml.notesSlide+xml"/>
  <Override PartName="/ppt/notesSlides/notesSlide309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10.xml" ContentType="application/vnd.openxmlformats-officedocument.presentationml.notesSlide+xml"/>
  <Override PartName="/ppt/notesSlides/notesSlide311.xml" ContentType="application/vnd.openxmlformats-officedocument.presentationml.notesSlide+xml"/>
  <Override PartName="/ppt/notesSlides/notesSlide312.xml" ContentType="application/vnd.openxmlformats-officedocument.presentationml.notesSlide+xml"/>
  <Override PartName="/ppt/notesSlides/notesSlide313.xml" ContentType="application/vnd.openxmlformats-officedocument.presentationml.notesSlide+xml"/>
  <Override PartName="/ppt/notesSlides/notesSlide314.xml" ContentType="application/vnd.openxmlformats-officedocument.presentationml.notesSlide+xml"/>
  <Override PartName="/ppt/notesSlides/notesSlide315.xml" ContentType="application/vnd.openxmlformats-officedocument.presentationml.notesSlide+xml"/>
  <Override PartName="/ppt/notesSlides/notesSlide316.xml" ContentType="application/vnd.openxmlformats-officedocument.presentationml.notesSlide+xml"/>
  <Override PartName="/ppt/notesSlides/notesSlide317.xml" ContentType="application/vnd.openxmlformats-officedocument.presentationml.notesSlide+xml"/>
  <Override PartName="/ppt/notesSlides/notesSlide318.xml" ContentType="application/vnd.openxmlformats-officedocument.presentationml.notesSlide+xml"/>
  <Override PartName="/ppt/notesSlides/notesSlide319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20.xml" ContentType="application/vnd.openxmlformats-officedocument.presentationml.notesSlide+xml"/>
  <Override PartName="/ppt/notesSlides/notesSlide321.xml" ContentType="application/vnd.openxmlformats-officedocument.presentationml.notesSlide+xml"/>
  <Override PartName="/ppt/notesSlides/notesSlide322.xml" ContentType="application/vnd.openxmlformats-officedocument.presentationml.notesSlide+xml"/>
  <Override PartName="/ppt/notesSlides/notesSlide323.xml" ContentType="application/vnd.openxmlformats-officedocument.presentationml.notesSlide+xml"/>
  <Override PartName="/ppt/notesSlides/notesSlide324.xml" ContentType="application/vnd.openxmlformats-officedocument.presentationml.notesSlide+xml"/>
  <Override PartName="/ppt/notesSlides/notesSlide325.xml" ContentType="application/vnd.openxmlformats-officedocument.presentationml.notesSlide+xml"/>
  <Override PartName="/ppt/notesSlides/notesSlide326.xml" ContentType="application/vnd.openxmlformats-officedocument.presentationml.notesSlide+xml"/>
  <Override PartName="/ppt/notesSlides/notesSlide327.xml" ContentType="application/vnd.openxmlformats-officedocument.presentationml.notesSlide+xml"/>
  <Override PartName="/ppt/notesSlides/notesSlide328.xml" ContentType="application/vnd.openxmlformats-officedocument.presentationml.notesSlide+xml"/>
  <Override PartName="/ppt/notesSlides/notesSlide329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30.xml" ContentType="application/vnd.openxmlformats-officedocument.presentationml.notesSlide+xml"/>
  <Override PartName="/ppt/notesSlides/notesSlide331.xml" ContentType="application/vnd.openxmlformats-officedocument.presentationml.notesSlide+xml"/>
  <Override PartName="/ppt/notesSlides/notesSlide332.xml" ContentType="application/vnd.openxmlformats-officedocument.presentationml.notesSlide+xml"/>
  <Override PartName="/ppt/notesSlides/notesSlide333.xml" ContentType="application/vnd.openxmlformats-officedocument.presentationml.notesSlide+xml"/>
  <Override PartName="/ppt/notesSlides/notesSlide334.xml" ContentType="application/vnd.openxmlformats-officedocument.presentationml.notesSlide+xml"/>
  <Override PartName="/ppt/notesSlides/notesSlide335.xml" ContentType="application/vnd.openxmlformats-officedocument.presentationml.notesSlide+xml"/>
  <Override PartName="/ppt/notesSlides/notesSlide336.xml" ContentType="application/vnd.openxmlformats-officedocument.presentationml.notesSlide+xml"/>
  <Override PartName="/ppt/notesSlides/notesSlide337.xml" ContentType="application/vnd.openxmlformats-officedocument.presentationml.notesSlide+xml"/>
  <Override PartName="/ppt/notesSlides/notesSlide338.xml" ContentType="application/vnd.openxmlformats-officedocument.presentationml.notesSlide+xml"/>
  <Override PartName="/ppt/notesSlides/notesSlide339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40.xml" ContentType="application/vnd.openxmlformats-officedocument.presentationml.notesSlide+xml"/>
  <Override PartName="/ppt/notesSlides/notesSlide341.xml" ContentType="application/vnd.openxmlformats-officedocument.presentationml.notesSlide+xml"/>
  <Override PartName="/ppt/notesSlides/notesSlide342.xml" ContentType="application/vnd.openxmlformats-officedocument.presentationml.notesSlide+xml"/>
  <Override PartName="/ppt/notesSlides/notesSlide343.xml" ContentType="application/vnd.openxmlformats-officedocument.presentationml.notesSlide+xml"/>
  <Override PartName="/ppt/notesSlides/notesSlide344.xml" ContentType="application/vnd.openxmlformats-officedocument.presentationml.notesSlide+xml"/>
  <Override PartName="/ppt/notesSlides/notesSlide345.xml" ContentType="application/vnd.openxmlformats-officedocument.presentationml.notesSlide+xml"/>
  <Override PartName="/ppt/notesSlides/notesSlide346.xml" ContentType="application/vnd.openxmlformats-officedocument.presentationml.notesSlide+xml"/>
  <Override PartName="/ppt/notesSlides/notesSlide347.xml" ContentType="application/vnd.openxmlformats-officedocument.presentationml.notesSlide+xml"/>
  <Override PartName="/ppt/notesSlides/notesSlide348.xml" ContentType="application/vnd.openxmlformats-officedocument.presentationml.notesSlide+xml"/>
  <Override PartName="/ppt/notesSlides/notesSlide349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50.xml" ContentType="application/vnd.openxmlformats-officedocument.presentationml.notesSlide+xml"/>
  <Override PartName="/ppt/notesSlides/notesSlide351.xml" ContentType="application/vnd.openxmlformats-officedocument.presentationml.notesSlide+xml"/>
  <Override PartName="/ppt/notesSlides/notesSlide352.xml" ContentType="application/vnd.openxmlformats-officedocument.presentationml.notesSlide+xml"/>
  <Override PartName="/ppt/notesSlides/notesSlide353.xml" ContentType="application/vnd.openxmlformats-officedocument.presentationml.notesSlide+xml"/>
  <Override PartName="/ppt/notesSlides/notesSlide354.xml" ContentType="application/vnd.openxmlformats-officedocument.presentationml.notesSlide+xml"/>
  <Override PartName="/ppt/notesSlides/notesSlide355.xml" ContentType="application/vnd.openxmlformats-officedocument.presentationml.notesSlide+xml"/>
  <Override PartName="/ppt/notesSlides/notesSlide356.xml" ContentType="application/vnd.openxmlformats-officedocument.presentationml.notesSlide+xml"/>
  <Override PartName="/ppt/notesSlides/notesSlide357.xml" ContentType="application/vnd.openxmlformats-officedocument.presentationml.notesSlide+xml"/>
  <Override PartName="/ppt/notesSlides/notesSlide358.xml" ContentType="application/vnd.openxmlformats-officedocument.presentationml.notesSlide+xml"/>
  <Override PartName="/ppt/notesSlides/notesSlide359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60.xml" ContentType="application/vnd.openxmlformats-officedocument.presentationml.notesSlide+xml"/>
  <Override PartName="/ppt/notesSlides/notesSlide361.xml" ContentType="application/vnd.openxmlformats-officedocument.presentationml.notesSlide+xml"/>
  <Override PartName="/ppt/notesSlides/notesSlide362.xml" ContentType="application/vnd.openxmlformats-officedocument.presentationml.notesSlide+xml"/>
  <Override PartName="/ppt/notesSlides/notesSlide363.xml" ContentType="application/vnd.openxmlformats-officedocument.presentationml.notesSlide+xml"/>
  <Override PartName="/ppt/notesSlides/notesSlide364.xml" ContentType="application/vnd.openxmlformats-officedocument.presentationml.notesSlide+xml"/>
  <Override PartName="/ppt/notesSlides/notesSlide365.xml" ContentType="application/vnd.openxmlformats-officedocument.presentationml.notesSlide+xml"/>
  <Override PartName="/ppt/notesSlides/notesSlide366.xml" ContentType="application/vnd.openxmlformats-officedocument.presentationml.notesSlide+xml"/>
  <Override PartName="/ppt/notesSlides/notesSlide367.xml" ContentType="application/vnd.openxmlformats-officedocument.presentationml.notesSlide+xml"/>
  <Override PartName="/ppt/notesSlides/notesSlide368.xml" ContentType="application/vnd.openxmlformats-officedocument.presentationml.notesSlide+xml"/>
  <Override PartName="/ppt/notesSlides/notesSlide369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70.xml" ContentType="application/vnd.openxmlformats-officedocument.presentationml.notesSlide+xml"/>
  <Override PartName="/ppt/notesSlides/notesSlide371.xml" ContentType="application/vnd.openxmlformats-officedocument.presentationml.notesSlide+xml"/>
  <Override PartName="/ppt/notesSlides/notesSlide372.xml" ContentType="application/vnd.openxmlformats-officedocument.presentationml.notesSlide+xml"/>
  <Override PartName="/ppt/notesSlides/notesSlide373.xml" ContentType="application/vnd.openxmlformats-officedocument.presentationml.notesSlide+xml"/>
  <Override PartName="/ppt/notesSlides/notesSlide374.xml" ContentType="application/vnd.openxmlformats-officedocument.presentationml.notesSlide+xml"/>
  <Override PartName="/ppt/notesSlides/notesSlide375.xml" ContentType="application/vnd.openxmlformats-officedocument.presentationml.notesSlide+xml"/>
  <Override PartName="/ppt/notesSlides/notesSlide376.xml" ContentType="application/vnd.openxmlformats-officedocument.presentationml.notesSlide+xml"/>
  <Override PartName="/ppt/notesSlides/notesSlide377.xml" ContentType="application/vnd.openxmlformats-officedocument.presentationml.notesSlide+xml"/>
  <Override PartName="/ppt/notesSlides/notesSlide378.xml" ContentType="application/vnd.openxmlformats-officedocument.presentationml.notesSlide+xml"/>
  <Override PartName="/ppt/notesSlides/notesSlide379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80.xml" ContentType="application/vnd.openxmlformats-officedocument.presentationml.notesSlide+xml"/>
  <Override PartName="/ppt/notesSlides/notesSlide381.xml" ContentType="application/vnd.openxmlformats-officedocument.presentationml.notesSlide+xml"/>
  <Override PartName="/ppt/notesSlides/notesSlide382.xml" ContentType="application/vnd.openxmlformats-officedocument.presentationml.notesSlide+xml"/>
  <Override PartName="/ppt/notesSlides/notesSlide383.xml" ContentType="application/vnd.openxmlformats-officedocument.presentationml.notesSlide+xml"/>
  <Override PartName="/ppt/notesSlides/notesSlide384.xml" ContentType="application/vnd.openxmlformats-officedocument.presentationml.notesSlide+xml"/>
  <Override PartName="/ppt/notesSlides/notesSlide385.xml" ContentType="application/vnd.openxmlformats-officedocument.presentationml.notesSlide+xml"/>
  <Override PartName="/ppt/notesSlides/notesSlide386.xml" ContentType="application/vnd.openxmlformats-officedocument.presentationml.notesSlide+xml"/>
  <Override PartName="/ppt/notesSlides/notesSlide387.xml" ContentType="application/vnd.openxmlformats-officedocument.presentationml.notesSlide+xml"/>
  <Override PartName="/ppt/notesSlides/notesSlide388.xml" ContentType="application/vnd.openxmlformats-officedocument.presentationml.notesSlide+xml"/>
  <Override PartName="/ppt/notesSlides/notesSlide389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390.xml" ContentType="application/vnd.openxmlformats-officedocument.presentationml.notesSlide+xml"/>
  <Override PartName="/ppt/notesSlides/notesSlide391.xml" ContentType="application/vnd.openxmlformats-officedocument.presentationml.notesSlide+xml"/>
  <Override PartName="/ppt/notesSlides/notesSlide392.xml" ContentType="application/vnd.openxmlformats-officedocument.presentationml.notesSlide+xml"/>
  <Override PartName="/ppt/notesSlides/notesSlide393.xml" ContentType="application/vnd.openxmlformats-officedocument.presentationml.notesSlide+xml"/>
  <Override PartName="/ppt/notesSlides/notesSlide394.xml" ContentType="application/vnd.openxmlformats-officedocument.presentationml.notesSlide+xml"/>
  <Override PartName="/ppt/notesSlides/notesSlide395.xml" ContentType="application/vnd.openxmlformats-officedocument.presentationml.notesSlide+xml"/>
  <Override PartName="/ppt/notesSlides/notesSlide396.xml" ContentType="application/vnd.openxmlformats-officedocument.presentationml.notesSlide+xml"/>
  <Override PartName="/ppt/notesSlides/notesSlide397.xml" ContentType="application/vnd.openxmlformats-officedocument.presentationml.notesSlide+xml"/>
  <Override PartName="/ppt/notesSlides/notesSlide398.xml" ContentType="application/vnd.openxmlformats-officedocument.presentationml.notesSlide+xml"/>
  <Override PartName="/ppt/notesSlides/notesSlide39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slides/slide252.xml" ContentType="application/vnd.openxmlformats-officedocument.presentationml.slide+xml"/>
  <Override PartName="/ppt/slides/slide253.xml" ContentType="application/vnd.openxmlformats-officedocument.presentationml.slide+xml"/>
  <Override PartName="/ppt/slides/slide254.xml" ContentType="application/vnd.openxmlformats-officedocument.presentationml.slide+xml"/>
  <Override PartName="/ppt/slides/slide255.xml" ContentType="application/vnd.openxmlformats-officedocument.presentationml.slide+xml"/>
  <Override PartName="/ppt/slides/slide256.xml" ContentType="application/vnd.openxmlformats-officedocument.presentationml.slide+xml"/>
  <Override PartName="/ppt/slides/slide257.xml" ContentType="application/vnd.openxmlformats-officedocument.presentationml.slide+xml"/>
  <Override PartName="/ppt/slides/slide258.xml" ContentType="application/vnd.openxmlformats-officedocument.presentationml.slide+xml"/>
  <Override PartName="/ppt/slides/slide259.xml" ContentType="application/vnd.openxmlformats-officedocument.presentationml.slide+xml"/>
  <Override PartName="/ppt/slides/slide26.xml" ContentType="application/vnd.openxmlformats-officedocument.presentationml.slide+xml"/>
  <Override PartName="/ppt/slides/slide260.xml" ContentType="application/vnd.openxmlformats-officedocument.presentationml.slide+xml"/>
  <Override PartName="/ppt/slides/slide261.xml" ContentType="application/vnd.openxmlformats-officedocument.presentationml.slide+xml"/>
  <Override PartName="/ppt/slides/slide262.xml" ContentType="application/vnd.openxmlformats-officedocument.presentationml.slide+xml"/>
  <Override PartName="/ppt/slides/slide263.xml" ContentType="application/vnd.openxmlformats-officedocument.presentationml.slide+xml"/>
  <Override PartName="/ppt/slides/slide264.xml" ContentType="application/vnd.openxmlformats-officedocument.presentationml.slide+xml"/>
  <Override PartName="/ppt/slides/slide265.xml" ContentType="application/vnd.openxmlformats-officedocument.presentationml.slide+xml"/>
  <Override PartName="/ppt/slides/slide266.xml" ContentType="application/vnd.openxmlformats-officedocument.presentationml.slide+xml"/>
  <Override PartName="/ppt/slides/slide267.xml" ContentType="application/vnd.openxmlformats-officedocument.presentationml.slide+xml"/>
  <Override PartName="/ppt/slides/slide268.xml" ContentType="application/vnd.openxmlformats-officedocument.presentationml.slide+xml"/>
  <Override PartName="/ppt/slides/slide269.xml" ContentType="application/vnd.openxmlformats-officedocument.presentationml.slide+xml"/>
  <Override PartName="/ppt/slides/slide27.xml" ContentType="application/vnd.openxmlformats-officedocument.presentationml.slide+xml"/>
  <Override PartName="/ppt/slides/slide270.xml" ContentType="application/vnd.openxmlformats-officedocument.presentationml.slide+xml"/>
  <Override PartName="/ppt/slides/slide271.xml" ContentType="application/vnd.openxmlformats-officedocument.presentationml.slide+xml"/>
  <Override PartName="/ppt/slides/slide272.xml" ContentType="application/vnd.openxmlformats-officedocument.presentationml.slide+xml"/>
  <Override PartName="/ppt/slides/slide273.xml" ContentType="application/vnd.openxmlformats-officedocument.presentationml.slide+xml"/>
  <Override PartName="/ppt/slides/slide274.xml" ContentType="application/vnd.openxmlformats-officedocument.presentationml.slide+xml"/>
  <Override PartName="/ppt/slides/slide275.xml" ContentType="application/vnd.openxmlformats-officedocument.presentationml.slide+xml"/>
  <Override PartName="/ppt/slides/slide276.xml" ContentType="application/vnd.openxmlformats-officedocument.presentationml.slide+xml"/>
  <Override PartName="/ppt/slides/slide277.xml" ContentType="application/vnd.openxmlformats-officedocument.presentationml.slide+xml"/>
  <Override PartName="/ppt/slides/slide278.xml" ContentType="application/vnd.openxmlformats-officedocument.presentationml.slide+xml"/>
  <Override PartName="/ppt/slides/slide279.xml" ContentType="application/vnd.openxmlformats-officedocument.presentationml.slide+xml"/>
  <Override PartName="/ppt/slides/slide28.xml" ContentType="application/vnd.openxmlformats-officedocument.presentationml.slide+xml"/>
  <Override PartName="/ppt/slides/slide280.xml" ContentType="application/vnd.openxmlformats-officedocument.presentationml.slide+xml"/>
  <Override PartName="/ppt/slides/slide281.xml" ContentType="application/vnd.openxmlformats-officedocument.presentationml.slide+xml"/>
  <Override PartName="/ppt/slides/slide282.xml" ContentType="application/vnd.openxmlformats-officedocument.presentationml.slide+xml"/>
  <Override PartName="/ppt/slides/slide283.xml" ContentType="application/vnd.openxmlformats-officedocument.presentationml.slide+xml"/>
  <Override PartName="/ppt/slides/slide284.xml" ContentType="application/vnd.openxmlformats-officedocument.presentationml.slide+xml"/>
  <Override PartName="/ppt/slides/slide285.xml" ContentType="application/vnd.openxmlformats-officedocument.presentationml.slide+xml"/>
  <Override PartName="/ppt/slides/slide286.xml" ContentType="application/vnd.openxmlformats-officedocument.presentationml.slide+xml"/>
  <Override PartName="/ppt/slides/slide287.xml" ContentType="application/vnd.openxmlformats-officedocument.presentationml.slide+xml"/>
  <Override PartName="/ppt/slides/slide288.xml" ContentType="application/vnd.openxmlformats-officedocument.presentationml.slide+xml"/>
  <Override PartName="/ppt/slides/slide289.xml" ContentType="application/vnd.openxmlformats-officedocument.presentationml.slide+xml"/>
  <Override PartName="/ppt/slides/slide29.xml" ContentType="application/vnd.openxmlformats-officedocument.presentationml.slide+xml"/>
  <Override PartName="/ppt/slides/slide290.xml" ContentType="application/vnd.openxmlformats-officedocument.presentationml.slide+xml"/>
  <Override PartName="/ppt/slides/slide291.xml" ContentType="application/vnd.openxmlformats-officedocument.presentationml.slide+xml"/>
  <Override PartName="/ppt/slides/slide292.xml" ContentType="application/vnd.openxmlformats-officedocument.presentationml.slide+xml"/>
  <Override PartName="/ppt/slides/slide293.xml" ContentType="application/vnd.openxmlformats-officedocument.presentationml.slide+xml"/>
  <Override PartName="/ppt/slides/slide294.xml" ContentType="application/vnd.openxmlformats-officedocument.presentationml.slide+xml"/>
  <Override PartName="/ppt/slides/slide295.xml" ContentType="application/vnd.openxmlformats-officedocument.presentationml.slide+xml"/>
  <Override PartName="/ppt/slides/slide296.xml" ContentType="application/vnd.openxmlformats-officedocument.presentationml.slide+xml"/>
  <Override PartName="/ppt/slides/slide297.xml" ContentType="application/vnd.openxmlformats-officedocument.presentationml.slide+xml"/>
  <Override PartName="/ppt/slides/slide298.xml" ContentType="application/vnd.openxmlformats-officedocument.presentationml.slide+xml"/>
  <Override PartName="/ppt/slides/slide29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00.xml" ContentType="application/vnd.openxmlformats-officedocument.presentationml.slide+xml"/>
  <Override PartName="/ppt/slides/slide301.xml" ContentType="application/vnd.openxmlformats-officedocument.presentationml.slide+xml"/>
  <Override PartName="/ppt/slides/slide302.xml" ContentType="application/vnd.openxmlformats-officedocument.presentationml.slide+xml"/>
  <Override PartName="/ppt/slides/slide303.xml" ContentType="application/vnd.openxmlformats-officedocument.presentationml.slide+xml"/>
  <Override PartName="/ppt/slides/slide304.xml" ContentType="application/vnd.openxmlformats-officedocument.presentationml.slide+xml"/>
  <Override PartName="/ppt/slides/slide305.xml" ContentType="application/vnd.openxmlformats-officedocument.presentationml.slide+xml"/>
  <Override PartName="/ppt/slides/slide306.xml" ContentType="application/vnd.openxmlformats-officedocument.presentationml.slide+xml"/>
  <Override PartName="/ppt/slides/slide307.xml" ContentType="application/vnd.openxmlformats-officedocument.presentationml.slide+xml"/>
  <Override PartName="/ppt/slides/slide308.xml" ContentType="application/vnd.openxmlformats-officedocument.presentationml.slide+xml"/>
  <Override PartName="/ppt/slides/slide309.xml" ContentType="application/vnd.openxmlformats-officedocument.presentationml.slide+xml"/>
  <Override PartName="/ppt/slides/slide31.xml" ContentType="application/vnd.openxmlformats-officedocument.presentationml.slide+xml"/>
  <Override PartName="/ppt/slides/slide310.xml" ContentType="application/vnd.openxmlformats-officedocument.presentationml.slide+xml"/>
  <Override PartName="/ppt/slides/slide311.xml" ContentType="application/vnd.openxmlformats-officedocument.presentationml.slide+xml"/>
  <Override PartName="/ppt/slides/slide312.xml" ContentType="application/vnd.openxmlformats-officedocument.presentationml.slide+xml"/>
  <Override PartName="/ppt/slides/slide313.xml" ContentType="application/vnd.openxmlformats-officedocument.presentationml.slide+xml"/>
  <Override PartName="/ppt/slides/slide314.xml" ContentType="application/vnd.openxmlformats-officedocument.presentationml.slide+xml"/>
  <Override PartName="/ppt/slides/slide315.xml" ContentType="application/vnd.openxmlformats-officedocument.presentationml.slide+xml"/>
  <Override PartName="/ppt/slides/slide316.xml" ContentType="application/vnd.openxmlformats-officedocument.presentationml.slide+xml"/>
  <Override PartName="/ppt/slides/slide317.xml" ContentType="application/vnd.openxmlformats-officedocument.presentationml.slide+xml"/>
  <Override PartName="/ppt/slides/slide318.xml" ContentType="application/vnd.openxmlformats-officedocument.presentationml.slide+xml"/>
  <Override PartName="/ppt/slides/slide319.xml" ContentType="application/vnd.openxmlformats-officedocument.presentationml.slide+xml"/>
  <Override PartName="/ppt/slides/slide32.xml" ContentType="application/vnd.openxmlformats-officedocument.presentationml.slide+xml"/>
  <Override PartName="/ppt/slides/slide320.xml" ContentType="application/vnd.openxmlformats-officedocument.presentationml.slide+xml"/>
  <Override PartName="/ppt/slides/slide321.xml" ContentType="application/vnd.openxmlformats-officedocument.presentationml.slide+xml"/>
  <Override PartName="/ppt/slides/slide322.xml" ContentType="application/vnd.openxmlformats-officedocument.presentationml.slide+xml"/>
  <Override PartName="/ppt/slides/slide323.xml" ContentType="application/vnd.openxmlformats-officedocument.presentationml.slide+xml"/>
  <Override PartName="/ppt/slides/slide324.xml" ContentType="application/vnd.openxmlformats-officedocument.presentationml.slide+xml"/>
  <Override PartName="/ppt/slides/slide325.xml" ContentType="application/vnd.openxmlformats-officedocument.presentationml.slide+xml"/>
  <Override PartName="/ppt/slides/slide326.xml" ContentType="application/vnd.openxmlformats-officedocument.presentationml.slide+xml"/>
  <Override PartName="/ppt/slides/slide327.xml" ContentType="application/vnd.openxmlformats-officedocument.presentationml.slide+xml"/>
  <Override PartName="/ppt/slides/slide328.xml" ContentType="application/vnd.openxmlformats-officedocument.presentationml.slide+xml"/>
  <Override PartName="/ppt/slides/slide329.xml" ContentType="application/vnd.openxmlformats-officedocument.presentationml.slide+xml"/>
  <Override PartName="/ppt/slides/slide33.xml" ContentType="application/vnd.openxmlformats-officedocument.presentationml.slide+xml"/>
  <Override PartName="/ppt/slides/slide330.xml" ContentType="application/vnd.openxmlformats-officedocument.presentationml.slide+xml"/>
  <Override PartName="/ppt/slides/slide331.xml" ContentType="application/vnd.openxmlformats-officedocument.presentationml.slide+xml"/>
  <Override PartName="/ppt/slides/slide332.xml" ContentType="application/vnd.openxmlformats-officedocument.presentationml.slide+xml"/>
  <Override PartName="/ppt/slides/slide333.xml" ContentType="application/vnd.openxmlformats-officedocument.presentationml.slide+xml"/>
  <Override PartName="/ppt/slides/slide334.xml" ContentType="application/vnd.openxmlformats-officedocument.presentationml.slide+xml"/>
  <Override PartName="/ppt/slides/slide335.xml" ContentType="application/vnd.openxmlformats-officedocument.presentationml.slide+xml"/>
  <Override PartName="/ppt/slides/slide336.xml" ContentType="application/vnd.openxmlformats-officedocument.presentationml.slide+xml"/>
  <Override PartName="/ppt/slides/slide337.xml" ContentType="application/vnd.openxmlformats-officedocument.presentationml.slide+xml"/>
  <Override PartName="/ppt/slides/slide338.xml" ContentType="application/vnd.openxmlformats-officedocument.presentationml.slide+xml"/>
  <Override PartName="/ppt/slides/slide339.xml" ContentType="application/vnd.openxmlformats-officedocument.presentationml.slide+xml"/>
  <Override PartName="/ppt/slides/slide34.xml" ContentType="application/vnd.openxmlformats-officedocument.presentationml.slide+xml"/>
  <Override PartName="/ppt/slides/slide340.xml" ContentType="application/vnd.openxmlformats-officedocument.presentationml.slide+xml"/>
  <Override PartName="/ppt/slides/slide341.xml" ContentType="application/vnd.openxmlformats-officedocument.presentationml.slide+xml"/>
  <Override PartName="/ppt/slides/slide342.xml" ContentType="application/vnd.openxmlformats-officedocument.presentationml.slide+xml"/>
  <Override PartName="/ppt/slides/slide343.xml" ContentType="application/vnd.openxmlformats-officedocument.presentationml.slide+xml"/>
  <Override PartName="/ppt/slides/slide344.xml" ContentType="application/vnd.openxmlformats-officedocument.presentationml.slide+xml"/>
  <Override PartName="/ppt/slides/slide345.xml" ContentType="application/vnd.openxmlformats-officedocument.presentationml.slide+xml"/>
  <Override PartName="/ppt/slides/slide346.xml" ContentType="application/vnd.openxmlformats-officedocument.presentationml.slide+xml"/>
  <Override PartName="/ppt/slides/slide347.xml" ContentType="application/vnd.openxmlformats-officedocument.presentationml.slide+xml"/>
  <Override PartName="/ppt/slides/slide348.xml" ContentType="application/vnd.openxmlformats-officedocument.presentationml.slide+xml"/>
  <Override PartName="/ppt/slides/slide349.xml" ContentType="application/vnd.openxmlformats-officedocument.presentationml.slide+xml"/>
  <Override PartName="/ppt/slides/slide35.xml" ContentType="application/vnd.openxmlformats-officedocument.presentationml.slide+xml"/>
  <Override PartName="/ppt/slides/slide350.xml" ContentType="application/vnd.openxmlformats-officedocument.presentationml.slide+xml"/>
  <Override PartName="/ppt/slides/slide351.xml" ContentType="application/vnd.openxmlformats-officedocument.presentationml.slide+xml"/>
  <Override PartName="/ppt/slides/slide352.xml" ContentType="application/vnd.openxmlformats-officedocument.presentationml.slide+xml"/>
  <Override PartName="/ppt/slides/slide353.xml" ContentType="application/vnd.openxmlformats-officedocument.presentationml.slide+xml"/>
  <Override PartName="/ppt/slides/slide354.xml" ContentType="application/vnd.openxmlformats-officedocument.presentationml.slide+xml"/>
  <Override PartName="/ppt/slides/slide355.xml" ContentType="application/vnd.openxmlformats-officedocument.presentationml.slide+xml"/>
  <Override PartName="/ppt/slides/slide356.xml" ContentType="application/vnd.openxmlformats-officedocument.presentationml.slide+xml"/>
  <Override PartName="/ppt/slides/slide357.xml" ContentType="application/vnd.openxmlformats-officedocument.presentationml.slide+xml"/>
  <Override PartName="/ppt/slides/slide358.xml" ContentType="application/vnd.openxmlformats-officedocument.presentationml.slide+xml"/>
  <Override PartName="/ppt/slides/slide359.xml" ContentType="application/vnd.openxmlformats-officedocument.presentationml.slide+xml"/>
  <Override PartName="/ppt/slides/slide36.xml" ContentType="application/vnd.openxmlformats-officedocument.presentationml.slide+xml"/>
  <Override PartName="/ppt/slides/slide360.xml" ContentType="application/vnd.openxmlformats-officedocument.presentationml.slide+xml"/>
  <Override PartName="/ppt/slides/slide361.xml" ContentType="application/vnd.openxmlformats-officedocument.presentationml.slide+xml"/>
  <Override PartName="/ppt/slides/slide362.xml" ContentType="application/vnd.openxmlformats-officedocument.presentationml.slide+xml"/>
  <Override PartName="/ppt/slides/slide363.xml" ContentType="application/vnd.openxmlformats-officedocument.presentationml.slide+xml"/>
  <Override PartName="/ppt/slides/slide364.xml" ContentType="application/vnd.openxmlformats-officedocument.presentationml.slide+xml"/>
  <Override PartName="/ppt/slides/slide365.xml" ContentType="application/vnd.openxmlformats-officedocument.presentationml.slide+xml"/>
  <Override PartName="/ppt/slides/slide366.xml" ContentType="application/vnd.openxmlformats-officedocument.presentationml.slide+xml"/>
  <Override PartName="/ppt/slides/slide367.xml" ContentType="application/vnd.openxmlformats-officedocument.presentationml.slide+xml"/>
  <Override PartName="/ppt/slides/slide368.xml" ContentType="application/vnd.openxmlformats-officedocument.presentationml.slide+xml"/>
  <Override PartName="/ppt/slides/slide369.xml" ContentType="application/vnd.openxmlformats-officedocument.presentationml.slide+xml"/>
  <Override PartName="/ppt/slides/slide37.xml" ContentType="application/vnd.openxmlformats-officedocument.presentationml.slide+xml"/>
  <Override PartName="/ppt/slides/slide370.xml" ContentType="application/vnd.openxmlformats-officedocument.presentationml.slide+xml"/>
  <Override PartName="/ppt/slides/slide371.xml" ContentType="application/vnd.openxmlformats-officedocument.presentationml.slide+xml"/>
  <Override PartName="/ppt/slides/slide372.xml" ContentType="application/vnd.openxmlformats-officedocument.presentationml.slide+xml"/>
  <Override PartName="/ppt/slides/slide373.xml" ContentType="application/vnd.openxmlformats-officedocument.presentationml.slide+xml"/>
  <Override PartName="/ppt/slides/slide374.xml" ContentType="application/vnd.openxmlformats-officedocument.presentationml.slide+xml"/>
  <Override PartName="/ppt/slides/slide375.xml" ContentType="application/vnd.openxmlformats-officedocument.presentationml.slide+xml"/>
  <Override PartName="/ppt/slides/slide376.xml" ContentType="application/vnd.openxmlformats-officedocument.presentationml.slide+xml"/>
  <Override PartName="/ppt/slides/slide377.xml" ContentType="application/vnd.openxmlformats-officedocument.presentationml.slide+xml"/>
  <Override PartName="/ppt/slides/slide378.xml" ContentType="application/vnd.openxmlformats-officedocument.presentationml.slide+xml"/>
  <Override PartName="/ppt/slides/slide379.xml" ContentType="application/vnd.openxmlformats-officedocument.presentationml.slide+xml"/>
  <Override PartName="/ppt/slides/slide38.xml" ContentType="application/vnd.openxmlformats-officedocument.presentationml.slide+xml"/>
  <Override PartName="/ppt/slides/slide380.xml" ContentType="application/vnd.openxmlformats-officedocument.presentationml.slide+xml"/>
  <Override PartName="/ppt/slides/slide381.xml" ContentType="application/vnd.openxmlformats-officedocument.presentationml.slide+xml"/>
  <Override PartName="/ppt/slides/slide382.xml" ContentType="application/vnd.openxmlformats-officedocument.presentationml.slide+xml"/>
  <Override PartName="/ppt/slides/slide383.xml" ContentType="application/vnd.openxmlformats-officedocument.presentationml.slide+xml"/>
  <Override PartName="/ppt/slides/slide384.xml" ContentType="application/vnd.openxmlformats-officedocument.presentationml.slide+xml"/>
  <Override PartName="/ppt/slides/slide385.xml" ContentType="application/vnd.openxmlformats-officedocument.presentationml.slide+xml"/>
  <Override PartName="/ppt/slides/slide386.xml" ContentType="application/vnd.openxmlformats-officedocument.presentationml.slide+xml"/>
  <Override PartName="/ppt/slides/slide387.xml" ContentType="application/vnd.openxmlformats-officedocument.presentationml.slide+xml"/>
  <Override PartName="/ppt/slides/slide388.xml" ContentType="application/vnd.openxmlformats-officedocument.presentationml.slide+xml"/>
  <Override PartName="/ppt/slides/slide389.xml" ContentType="application/vnd.openxmlformats-officedocument.presentationml.slide+xml"/>
  <Override PartName="/ppt/slides/slide39.xml" ContentType="application/vnd.openxmlformats-officedocument.presentationml.slide+xml"/>
  <Override PartName="/ppt/slides/slide390.xml" ContentType="application/vnd.openxmlformats-officedocument.presentationml.slide+xml"/>
  <Override PartName="/ppt/slides/slide391.xml" ContentType="application/vnd.openxmlformats-officedocument.presentationml.slide+xml"/>
  <Override PartName="/ppt/slides/slide392.xml" ContentType="application/vnd.openxmlformats-officedocument.presentationml.slide+xml"/>
  <Override PartName="/ppt/slides/slide393.xml" ContentType="application/vnd.openxmlformats-officedocument.presentationml.slide+xml"/>
  <Override PartName="/ppt/slides/slide394.xml" ContentType="application/vnd.openxmlformats-officedocument.presentationml.slide+xml"/>
  <Override PartName="/ppt/slides/slide395.xml" ContentType="application/vnd.openxmlformats-officedocument.presentationml.slide+xml"/>
  <Override PartName="/ppt/slides/slide396.xml" ContentType="application/vnd.openxmlformats-officedocument.presentationml.slide+xml"/>
  <Override PartName="/ppt/slides/slide397.xml" ContentType="application/vnd.openxmlformats-officedocument.presentationml.slide+xml"/>
  <Override PartName="/ppt/slides/slide398.xml" ContentType="application/vnd.openxmlformats-officedocument.presentationml.slide+xml"/>
  <Override PartName="/ppt/slides/slide39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  <p:sldId id="388" r:id="rId140"/>
    <p:sldId id="389" r:id="rId141"/>
    <p:sldId id="390" r:id="rId142"/>
    <p:sldId id="391" r:id="rId143"/>
    <p:sldId id="392" r:id="rId144"/>
    <p:sldId id="393" r:id="rId145"/>
    <p:sldId id="394" r:id="rId146"/>
    <p:sldId id="395" r:id="rId147"/>
    <p:sldId id="396" r:id="rId148"/>
    <p:sldId id="397" r:id="rId149"/>
    <p:sldId id="398" r:id="rId150"/>
    <p:sldId id="399" r:id="rId151"/>
    <p:sldId id="400" r:id="rId152"/>
    <p:sldId id="401" r:id="rId153"/>
    <p:sldId id="402" r:id="rId154"/>
    <p:sldId id="403" r:id="rId155"/>
    <p:sldId id="404" r:id="rId156"/>
    <p:sldId id="405" r:id="rId157"/>
    <p:sldId id="406" r:id="rId158"/>
    <p:sldId id="407" r:id="rId159"/>
    <p:sldId id="408" r:id="rId160"/>
    <p:sldId id="409" r:id="rId161"/>
    <p:sldId id="410" r:id="rId162"/>
    <p:sldId id="411" r:id="rId163"/>
    <p:sldId id="412" r:id="rId164"/>
    <p:sldId id="413" r:id="rId165"/>
    <p:sldId id="414" r:id="rId166"/>
    <p:sldId id="415" r:id="rId167"/>
    <p:sldId id="416" r:id="rId168"/>
    <p:sldId id="417" r:id="rId169"/>
    <p:sldId id="418" r:id="rId170"/>
    <p:sldId id="419" r:id="rId171"/>
    <p:sldId id="420" r:id="rId172"/>
    <p:sldId id="421" r:id="rId173"/>
    <p:sldId id="422" r:id="rId174"/>
    <p:sldId id="423" r:id="rId175"/>
    <p:sldId id="424" r:id="rId176"/>
    <p:sldId id="425" r:id="rId177"/>
    <p:sldId id="426" r:id="rId178"/>
    <p:sldId id="427" r:id="rId179"/>
    <p:sldId id="428" r:id="rId180"/>
    <p:sldId id="429" r:id="rId181"/>
    <p:sldId id="430" r:id="rId182"/>
    <p:sldId id="431" r:id="rId183"/>
    <p:sldId id="432" r:id="rId184"/>
    <p:sldId id="433" r:id="rId185"/>
    <p:sldId id="434" r:id="rId186"/>
    <p:sldId id="435" r:id="rId187"/>
    <p:sldId id="436" r:id="rId188"/>
    <p:sldId id="437" r:id="rId189"/>
    <p:sldId id="438" r:id="rId190"/>
    <p:sldId id="439" r:id="rId191"/>
    <p:sldId id="440" r:id="rId192"/>
    <p:sldId id="441" r:id="rId193"/>
    <p:sldId id="442" r:id="rId194"/>
    <p:sldId id="443" r:id="rId195"/>
    <p:sldId id="444" r:id="rId196"/>
    <p:sldId id="445" r:id="rId197"/>
    <p:sldId id="446" r:id="rId198"/>
    <p:sldId id="447" r:id="rId199"/>
    <p:sldId id="448" r:id="rId200"/>
    <p:sldId id="449" r:id="rId201"/>
    <p:sldId id="450" r:id="rId202"/>
    <p:sldId id="451" r:id="rId203"/>
    <p:sldId id="452" r:id="rId204"/>
    <p:sldId id="453" r:id="rId205"/>
    <p:sldId id="454" r:id="rId206"/>
    <p:sldId id="455" r:id="rId207"/>
    <p:sldId id="456" r:id="rId208"/>
    <p:sldId id="457" r:id="rId209"/>
    <p:sldId id="458" r:id="rId210"/>
    <p:sldId id="459" r:id="rId211"/>
    <p:sldId id="460" r:id="rId212"/>
    <p:sldId id="461" r:id="rId213"/>
    <p:sldId id="462" r:id="rId214"/>
    <p:sldId id="463" r:id="rId215"/>
    <p:sldId id="464" r:id="rId216"/>
    <p:sldId id="465" r:id="rId217"/>
    <p:sldId id="466" r:id="rId218"/>
    <p:sldId id="467" r:id="rId219"/>
    <p:sldId id="468" r:id="rId220"/>
    <p:sldId id="469" r:id="rId221"/>
    <p:sldId id="470" r:id="rId222"/>
    <p:sldId id="471" r:id="rId223"/>
    <p:sldId id="472" r:id="rId224"/>
    <p:sldId id="473" r:id="rId225"/>
    <p:sldId id="474" r:id="rId226"/>
    <p:sldId id="475" r:id="rId227"/>
    <p:sldId id="476" r:id="rId228"/>
    <p:sldId id="477" r:id="rId229"/>
    <p:sldId id="478" r:id="rId230"/>
    <p:sldId id="479" r:id="rId231"/>
    <p:sldId id="480" r:id="rId232"/>
    <p:sldId id="481" r:id="rId233"/>
    <p:sldId id="482" r:id="rId234"/>
    <p:sldId id="483" r:id="rId235"/>
    <p:sldId id="484" r:id="rId236"/>
    <p:sldId id="485" r:id="rId237"/>
    <p:sldId id="486" r:id="rId238"/>
    <p:sldId id="487" r:id="rId239"/>
    <p:sldId id="488" r:id="rId240"/>
    <p:sldId id="489" r:id="rId241"/>
    <p:sldId id="490" r:id="rId242"/>
    <p:sldId id="491" r:id="rId243"/>
    <p:sldId id="492" r:id="rId244"/>
    <p:sldId id="493" r:id="rId245"/>
    <p:sldId id="494" r:id="rId246"/>
    <p:sldId id="495" r:id="rId247"/>
    <p:sldId id="496" r:id="rId248"/>
    <p:sldId id="497" r:id="rId249"/>
    <p:sldId id="498" r:id="rId250"/>
    <p:sldId id="499" r:id="rId251"/>
    <p:sldId id="500" r:id="rId252"/>
    <p:sldId id="501" r:id="rId253"/>
    <p:sldId id="502" r:id="rId254"/>
    <p:sldId id="503" r:id="rId255"/>
    <p:sldId id="504" r:id="rId256"/>
    <p:sldId id="505" r:id="rId257"/>
    <p:sldId id="506" r:id="rId258"/>
    <p:sldId id="507" r:id="rId259"/>
    <p:sldId id="508" r:id="rId260"/>
    <p:sldId id="509" r:id="rId261"/>
    <p:sldId id="510" r:id="rId262"/>
    <p:sldId id="511" r:id="rId263"/>
    <p:sldId id="512" r:id="rId264"/>
    <p:sldId id="513" r:id="rId265"/>
    <p:sldId id="514" r:id="rId266"/>
    <p:sldId id="515" r:id="rId267"/>
    <p:sldId id="516" r:id="rId268"/>
    <p:sldId id="517" r:id="rId269"/>
    <p:sldId id="518" r:id="rId270"/>
    <p:sldId id="519" r:id="rId271"/>
    <p:sldId id="520" r:id="rId272"/>
    <p:sldId id="521" r:id="rId273"/>
    <p:sldId id="522" r:id="rId274"/>
    <p:sldId id="523" r:id="rId275"/>
    <p:sldId id="524" r:id="rId276"/>
    <p:sldId id="525" r:id="rId277"/>
    <p:sldId id="526" r:id="rId278"/>
    <p:sldId id="527" r:id="rId279"/>
    <p:sldId id="528" r:id="rId280"/>
    <p:sldId id="529" r:id="rId281"/>
    <p:sldId id="530" r:id="rId282"/>
    <p:sldId id="531" r:id="rId283"/>
    <p:sldId id="532" r:id="rId284"/>
    <p:sldId id="533" r:id="rId285"/>
    <p:sldId id="534" r:id="rId286"/>
    <p:sldId id="535" r:id="rId287"/>
    <p:sldId id="536" r:id="rId288"/>
    <p:sldId id="537" r:id="rId289"/>
    <p:sldId id="538" r:id="rId290"/>
    <p:sldId id="539" r:id="rId291"/>
    <p:sldId id="540" r:id="rId292"/>
    <p:sldId id="541" r:id="rId293"/>
    <p:sldId id="542" r:id="rId294"/>
    <p:sldId id="543" r:id="rId295"/>
    <p:sldId id="544" r:id="rId296"/>
    <p:sldId id="545" r:id="rId297"/>
    <p:sldId id="546" r:id="rId298"/>
    <p:sldId id="547" r:id="rId299"/>
    <p:sldId id="548" r:id="rId300"/>
    <p:sldId id="549" r:id="rId301"/>
    <p:sldId id="550" r:id="rId302"/>
    <p:sldId id="551" r:id="rId303"/>
    <p:sldId id="552" r:id="rId304"/>
    <p:sldId id="553" r:id="rId305"/>
    <p:sldId id="554" r:id="rId306"/>
    <p:sldId id="555" r:id="rId307"/>
    <p:sldId id="556" r:id="rId308"/>
    <p:sldId id="557" r:id="rId309"/>
    <p:sldId id="558" r:id="rId310"/>
    <p:sldId id="559" r:id="rId311"/>
    <p:sldId id="560" r:id="rId312"/>
    <p:sldId id="561" r:id="rId313"/>
    <p:sldId id="562" r:id="rId314"/>
    <p:sldId id="563" r:id="rId315"/>
    <p:sldId id="564" r:id="rId316"/>
    <p:sldId id="565" r:id="rId317"/>
    <p:sldId id="566" r:id="rId318"/>
    <p:sldId id="567" r:id="rId319"/>
    <p:sldId id="568" r:id="rId320"/>
    <p:sldId id="569" r:id="rId321"/>
    <p:sldId id="570" r:id="rId322"/>
    <p:sldId id="571" r:id="rId323"/>
    <p:sldId id="572" r:id="rId324"/>
    <p:sldId id="573" r:id="rId325"/>
    <p:sldId id="574" r:id="rId326"/>
    <p:sldId id="575" r:id="rId327"/>
    <p:sldId id="576" r:id="rId328"/>
    <p:sldId id="577" r:id="rId329"/>
    <p:sldId id="578" r:id="rId330"/>
    <p:sldId id="579" r:id="rId331"/>
    <p:sldId id="580" r:id="rId332"/>
    <p:sldId id="581" r:id="rId333"/>
    <p:sldId id="582" r:id="rId334"/>
    <p:sldId id="583" r:id="rId335"/>
    <p:sldId id="584" r:id="rId336"/>
    <p:sldId id="585" r:id="rId337"/>
    <p:sldId id="586" r:id="rId338"/>
    <p:sldId id="587" r:id="rId339"/>
    <p:sldId id="588" r:id="rId340"/>
    <p:sldId id="589" r:id="rId341"/>
    <p:sldId id="590" r:id="rId342"/>
    <p:sldId id="591" r:id="rId343"/>
    <p:sldId id="592" r:id="rId344"/>
    <p:sldId id="593" r:id="rId345"/>
    <p:sldId id="594" r:id="rId346"/>
    <p:sldId id="595" r:id="rId347"/>
    <p:sldId id="596" r:id="rId348"/>
    <p:sldId id="597" r:id="rId349"/>
    <p:sldId id="598" r:id="rId350"/>
    <p:sldId id="599" r:id="rId351"/>
    <p:sldId id="600" r:id="rId352"/>
    <p:sldId id="601" r:id="rId353"/>
    <p:sldId id="602" r:id="rId354"/>
    <p:sldId id="603" r:id="rId355"/>
    <p:sldId id="604" r:id="rId356"/>
    <p:sldId id="605" r:id="rId357"/>
    <p:sldId id="606" r:id="rId358"/>
    <p:sldId id="607" r:id="rId359"/>
    <p:sldId id="608" r:id="rId360"/>
    <p:sldId id="609" r:id="rId361"/>
    <p:sldId id="610" r:id="rId362"/>
    <p:sldId id="611" r:id="rId363"/>
    <p:sldId id="612" r:id="rId364"/>
    <p:sldId id="613" r:id="rId365"/>
    <p:sldId id="614" r:id="rId366"/>
    <p:sldId id="615" r:id="rId367"/>
    <p:sldId id="616" r:id="rId368"/>
    <p:sldId id="617" r:id="rId369"/>
    <p:sldId id="618" r:id="rId370"/>
    <p:sldId id="619" r:id="rId371"/>
    <p:sldId id="620" r:id="rId372"/>
    <p:sldId id="621" r:id="rId373"/>
    <p:sldId id="622" r:id="rId374"/>
    <p:sldId id="623" r:id="rId375"/>
    <p:sldId id="624" r:id="rId376"/>
    <p:sldId id="625" r:id="rId377"/>
    <p:sldId id="626" r:id="rId378"/>
    <p:sldId id="627" r:id="rId379"/>
    <p:sldId id="628" r:id="rId380"/>
    <p:sldId id="629" r:id="rId381"/>
    <p:sldId id="630" r:id="rId382"/>
    <p:sldId id="631" r:id="rId383"/>
    <p:sldId id="632" r:id="rId384"/>
    <p:sldId id="633" r:id="rId385"/>
    <p:sldId id="634" r:id="rId386"/>
    <p:sldId id="635" r:id="rId387"/>
    <p:sldId id="636" r:id="rId388"/>
    <p:sldId id="637" r:id="rId389"/>
    <p:sldId id="638" r:id="rId390"/>
    <p:sldId id="639" r:id="rId391"/>
    <p:sldId id="640" r:id="rId392"/>
    <p:sldId id="641" r:id="rId393"/>
    <p:sldId id="642" r:id="rId394"/>
    <p:sldId id="643" r:id="rId395"/>
    <p:sldId id="644" r:id="rId396"/>
    <p:sldId id="645" r:id="rId397"/>
    <p:sldId id="646" r:id="rId398"/>
    <p:sldId id="647" r:id="rId399"/>
    <p:sldId id="648" r:id="rId400"/>
    <p:sldId id="649" r:id="rId401"/>
    <p:sldId id="650" r:id="rId402"/>
    <p:sldId id="651" r:id="rId403"/>
    <p:sldId id="652" r:id="rId404"/>
    <p:sldId id="653" r:id="rId405"/>
    <p:sldId id="654" r:id="rId40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Relationship Id="rId140" Type="http://schemas.openxmlformats.org/officeDocument/2006/relationships/slide" Target="slides/slide133.xml"/><Relationship Id="rId141" Type="http://schemas.openxmlformats.org/officeDocument/2006/relationships/slide" Target="slides/slide134.xml"/><Relationship Id="rId142" Type="http://schemas.openxmlformats.org/officeDocument/2006/relationships/slide" Target="slides/slide135.xml"/><Relationship Id="rId143" Type="http://schemas.openxmlformats.org/officeDocument/2006/relationships/slide" Target="slides/slide136.xml"/><Relationship Id="rId144" Type="http://schemas.openxmlformats.org/officeDocument/2006/relationships/slide" Target="slides/slide137.xml"/><Relationship Id="rId145" Type="http://schemas.openxmlformats.org/officeDocument/2006/relationships/slide" Target="slides/slide138.xml"/><Relationship Id="rId146" Type="http://schemas.openxmlformats.org/officeDocument/2006/relationships/slide" Target="slides/slide139.xml"/><Relationship Id="rId147" Type="http://schemas.openxmlformats.org/officeDocument/2006/relationships/slide" Target="slides/slide140.xml"/><Relationship Id="rId148" Type="http://schemas.openxmlformats.org/officeDocument/2006/relationships/slide" Target="slides/slide141.xml"/><Relationship Id="rId149" Type="http://schemas.openxmlformats.org/officeDocument/2006/relationships/slide" Target="slides/slide142.xml"/><Relationship Id="rId150" Type="http://schemas.openxmlformats.org/officeDocument/2006/relationships/slide" Target="slides/slide143.xml"/><Relationship Id="rId151" Type="http://schemas.openxmlformats.org/officeDocument/2006/relationships/slide" Target="slides/slide144.xml"/><Relationship Id="rId152" Type="http://schemas.openxmlformats.org/officeDocument/2006/relationships/slide" Target="slides/slide145.xml"/><Relationship Id="rId153" Type="http://schemas.openxmlformats.org/officeDocument/2006/relationships/slide" Target="slides/slide146.xml"/><Relationship Id="rId154" Type="http://schemas.openxmlformats.org/officeDocument/2006/relationships/slide" Target="slides/slide147.xml"/><Relationship Id="rId155" Type="http://schemas.openxmlformats.org/officeDocument/2006/relationships/slide" Target="slides/slide148.xml"/><Relationship Id="rId156" Type="http://schemas.openxmlformats.org/officeDocument/2006/relationships/slide" Target="slides/slide149.xml"/><Relationship Id="rId157" Type="http://schemas.openxmlformats.org/officeDocument/2006/relationships/slide" Target="slides/slide150.xml"/><Relationship Id="rId158" Type="http://schemas.openxmlformats.org/officeDocument/2006/relationships/slide" Target="slides/slide151.xml"/><Relationship Id="rId159" Type="http://schemas.openxmlformats.org/officeDocument/2006/relationships/slide" Target="slides/slide152.xml"/><Relationship Id="rId160" Type="http://schemas.openxmlformats.org/officeDocument/2006/relationships/slide" Target="slides/slide153.xml"/><Relationship Id="rId161" Type="http://schemas.openxmlformats.org/officeDocument/2006/relationships/slide" Target="slides/slide154.xml"/><Relationship Id="rId162" Type="http://schemas.openxmlformats.org/officeDocument/2006/relationships/slide" Target="slides/slide155.xml"/><Relationship Id="rId163" Type="http://schemas.openxmlformats.org/officeDocument/2006/relationships/slide" Target="slides/slide156.xml"/><Relationship Id="rId164" Type="http://schemas.openxmlformats.org/officeDocument/2006/relationships/slide" Target="slides/slide157.xml"/><Relationship Id="rId165" Type="http://schemas.openxmlformats.org/officeDocument/2006/relationships/slide" Target="slides/slide158.xml"/><Relationship Id="rId166" Type="http://schemas.openxmlformats.org/officeDocument/2006/relationships/slide" Target="slides/slide159.xml"/><Relationship Id="rId167" Type="http://schemas.openxmlformats.org/officeDocument/2006/relationships/slide" Target="slides/slide160.xml"/><Relationship Id="rId168" Type="http://schemas.openxmlformats.org/officeDocument/2006/relationships/slide" Target="slides/slide161.xml"/><Relationship Id="rId169" Type="http://schemas.openxmlformats.org/officeDocument/2006/relationships/slide" Target="slides/slide162.xml"/><Relationship Id="rId170" Type="http://schemas.openxmlformats.org/officeDocument/2006/relationships/slide" Target="slides/slide163.xml"/><Relationship Id="rId171" Type="http://schemas.openxmlformats.org/officeDocument/2006/relationships/slide" Target="slides/slide164.xml"/><Relationship Id="rId172" Type="http://schemas.openxmlformats.org/officeDocument/2006/relationships/slide" Target="slides/slide165.xml"/><Relationship Id="rId173" Type="http://schemas.openxmlformats.org/officeDocument/2006/relationships/slide" Target="slides/slide166.xml"/><Relationship Id="rId174" Type="http://schemas.openxmlformats.org/officeDocument/2006/relationships/slide" Target="slides/slide167.xml"/><Relationship Id="rId175" Type="http://schemas.openxmlformats.org/officeDocument/2006/relationships/slide" Target="slides/slide168.xml"/><Relationship Id="rId176" Type="http://schemas.openxmlformats.org/officeDocument/2006/relationships/slide" Target="slides/slide169.xml"/><Relationship Id="rId177" Type="http://schemas.openxmlformats.org/officeDocument/2006/relationships/slide" Target="slides/slide170.xml"/><Relationship Id="rId178" Type="http://schemas.openxmlformats.org/officeDocument/2006/relationships/slide" Target="slides/slide171.xml"/><Relationship Id="rId179" Type="http://schemas.openxmlformats.org/officeDocument/2006/relationships/slide" Target="slides/slide172.xml"/><Relationship Id="rId180" Type="http://schemas.openxmlformats.org/officeDocument/2006/relationships/slide" Target="slides/slide173.xml"/><Relationship Id="rId181" Type="http://schemas.openxmlformats.org/officeDocument/2006/relationships/slide" Target="slides/slide174.xml"/><Relationship Id="rId182" Type="http://schemas.openxmlformats.org/officeDocument/2006/relationships/slide" Target="slides/slide175.xml"/><Relationship Id="rId183" Type="http://schemas.openxmlformats.org/officeDocument/2006/relationships/slide" Target="slides/slide176.xml"/><Relationship Id="rId184" Type="http://schemas.openxmlformats.org/officeDocument/2006/relationships/slide" Target="slides/slide177.xml"/><Relationship Id="rId185" Type="http://schemas.openxmlformats.org/officeDocument/2006/relationships/slide" Target="slides/slide178.xml"/><Relationship Id="rId186" Type="http://schemas.openxmlformats.org/officeDocument/2006/relationships/slide" Target="slides/slide179.xml"/><Relationship Id="rId187" Type="http://schemas.openxmlformats.org/officeDocument/2006/relationships/slide" Target="slides/slide180.xml"/><Relationship Id="rId188" Type="http://schemas.openxmlformats.org/officeDocument/2006/relationships/slide" Target="slides/slide181.xml"/><Relationship Id="rId189" Type="http://schemas.openxmlformats.org/officeDocument/2006/relationships/slide" Target="slides/slide182.xml"/><Relationship Id="rId190" Type="http://schemas.openxmlformats.org/officeDocument/2006/relationships/slide" Target="slides/slide183.xml"/><Relationship Id="rId191" Type="http://schemas.openxmlformats.org/officeDocument/2006/relationships/slide" Target="slides/slide184.xml"/><Relationship Id="rId192" Type="http://schemas.openxmlformats.org/officeDocument/2006/relationships/slide" Target="slides/slide185.xml"/><Relationship Id="rId193" Type="http://schemas.openxmlformats.org/officeDocument/2006/relationships/slide" Target="slides/slide186.xml"/><Relationship Id="rId194" Type="http://schemas.openxmlformats.org/officeDocument/2006/relationships/slide" Target="slides/slide187.xml"/><Relationship Id="rId195" Type="http://schemas.openxmlformats.org/officeDocument/2006/relationships/slide" Target="slides/slide188.xml"/><Relationship Id="rId196" Type="http://schemas.openxmlformats.org/officeDocument/2006/relationships/slide" Target="slides/slide189.xml"/><Relationship Id="rId197" Type="http://schemas.openxmlformats.org/officeDocument/2006/relationships/slide" Target="slides/slide190.xml"/><Relationship Id="rId198" Type="http://schemas.openxmlformats.org/officeDocument/2006/relationships/slide" Target="slides/slide191.xml"/><Relationship Id="rId199" Type="http://schemas.openxmlformats.org/officeDocument/2006/relationships/slide" Target="slides/slide192.xml"/><Relationship Id="rId200" Type="http://schemas.openxmlformats.org/officeDocument/2006/relationships/slide" Target="slides/slide193.xml"/><Relationship Id="rId201" Type="http://schemas.openxmlformats.org/officeDocument/2006/relationships/slide" Target="slides/slide194.xml"/><Relationship Id="rId202" Type="http://schemas.openxmlformats.org/officeDocument/2006/relationships/slide" Target="slides/slide195.xml"/><Relationship Id="rId203" Type="http://schemas.openxmlformats.org/officeDocument/2006/relationships/slide" Target="slides/slide196.xml"/><Relationship Id="rId204" Type="http://schemas.openxmlformats.org/officeDocument/2006/relationships/slide" Target="slides/slide197.xml"/><Relationship Id="rId205" Type="http://schemas.openxmlformats.org/officeDocument/2006/relationships/slide" Target="slides/slide198.xml"/><Relationship Id="rId206" Type="http://schemas.openxmlformats.org/officeDocument/2006/relationships/slide" Target="slides/slide199.xml"/><Relationship Id="rId207" Type="http://schemas.openxmlformats.org/officeDocument/2006/relationships/slide" Target="slides/slide200.xml"/><Relationship Id="rId208" Type="http://schemas.openxmlformats.org/officeDocument/2006/relationships/slide" Target="slides/slide201.xml"/><Relationship Id="rId209" Type="http://schemas.openxmlformats.org/officeDocument/2006/relationships/slide" Target="slides/slide202.xml"/><Relationship Id="rId210" Type="http://schemas.openxmlformats.org/officeDocument/2006/relationships/slide" Target="slides/slide203.xml"/><Relationship Id="rId211" Type="http://schemas.openxmlformats.org/officeDocument/2006/relationships/slide" Target="slides/slide204.xml"/><Relationship Id="rId212" Type="http://schemas.openxmlformats.org/officeDocument/2006/relationships/slide" Target="slides/slide205.xml"/><Relationship Id="rId213" Type="http://schemas.openxmlformats.org/officeDocument/2006/relationships/slide" Target="slides/slide206.xml"/><Relationship Id="rId214" Type="http://schemas.openxmlformats.org/officeDocument/2006/relationships/slide" Target="slides/slide207.xml"/><Relationship Id="rId215" Type="http://schemas.openxmlformats.org/officeDocument/2006/relationships/slide" Target="slides/slide208.xml"/><Relationship Id="rId216" Type="http://schemas.openxmlformats.org/officeDocument/2006/relationships/slide" Target="slides/slide209.xml"/><Relationship Id="rId217" Type="http://schemas.openxmlformats.org/officeDocument/2006/relationships/slide" Target="slides/slide210.xml"/><Relationship Id="rId218" Type="http://schemas.openxmlformats.org/officeDocument/2006/relationships/slide" Target="slides/slide211.xml"/><Relationship Id="rId219" Type="http://schemas.openxmlformats.org/officeDocument/2006/relationships/slide" Target="slides/slide212.xml"/><Relationship Id="rId220" Type="http://schemas.openxmlformats.org/officeDocument/2006/relationships/slide" Target="slides/slide213.xml"/><Relationship Id="rId221" Type="http://schemas.openxmlformats.org/officeDocument/2006/relationships/slide" Target="slides/slide214.xml"/><Relationship Id="rId222" Type="http://schemas.openxmlformats.org/officeDocument/2006/relationships/slide" Target="slides/slide215.xml"/><Relationship Id="rId223" Type="http://schemas.openxmlformats.org/officeDocument/2006/relationships/slide" Target="slides/slide216.xml"/><Relationship Id="rId224" Type="http://schemas.openxmlformats.org/officeDocument/2006/relationships/slide" Target="slides/slide217.xml"/><Relationship Id="rId225" Type="http://schemas.openxmlformats.org/officeDocument/2006/relationships/slide" Target="slides/slide218.xml"/><Relationship Id="rId226" Type="http://schemas.openxmlformats.org/officeDocument/2006/relationships/slide" Target="slides/slide219.xml"/><Relationship Id="rId227" Type="http://schemas.openxmlformats.org/officeDocument/2006/relationships/slide" Target="slides/slide220.xml"/><Relationship Id="rId228" Type="http://schemas.openxmlformats.org/officeDocument/2006/relationships/slide" Target="slides/slide221.xml"/><Relationship Id="rId229" Type="http://schemas.openxmlformats.org/officeDocument/2006/relationships/slide" Target="slides/slide222.xml"/><Relationship Id="rId230" Type="http://schemas.openxmlformats.org/officeDocument/2006/relationships/slide" Target="slides/slide223.xml"/><Relationship Id="rId231" Type="http://schemas.openxmlformats.org/officeDocument/2006/relationships/slide" Target="slides/slide224.xml"/><Relationship Id="rId232" Type="http://schemas.openxmlformats.org/officeDocument/2006/relationships/slide" Target="slides/slide225.xml"/><Relationship Id="rId233" Type="http://schemas.openxmlformats.org/officeDocument/2006/relationships/slide" Target="slides/slide226.xml"/><Relationship Id="rId234" Type="http://schemas.openxmlformats.org/officeDocument/2006/relationships/slide" Target="slides/slide227.xml"/><Relationship Id="rId235" Type="http://schemas.openxmlformats.org/officeDocument/2006/relationships/slide" Target="slides/slide228.xml"/><Relationship Id="rId236" Type="http://schemas.openxmlformats.org/officeDocument/2006/relationships/slide" Target="slides/slide229.xml"/><Relationship Id="rId237" Type="http://schemas.openxmlformats.org/officeDocument/2006/relationships/slide" Target="slides/slide230.xml"/><Relationship Id="rId238" Type="http://schemas.openxmlformats.org/officeDocument/2006/relationships/slide" Target="slides/slide231.xml"/><Relationship Id="rId239" Type="http://schemas.openxmlformats.org/officeDocument/2006/relationships/slide" Target="slides/slide232.xml"/><Relationship Id="rId240" Type="http://schemas.openxmlformats.org/officeDocument/2006/relationships/slide" Target="slides/slide233.xml"/><Relationship Id="rId241" Type="http://schemas.openxmlformats.org/officeDocument/2006/relationships/slide" Target="slides/slide234.xml"/><Relationship Id="rId242" Type="http://schemas.openxmlformats.org/officeDocument/2006/relationships/slide" Target="slides/slide235.xml"/><Relationship Id="rId243" Type="http://schemas.openxmlformats.org/officeDocument/2006/relationships/slide" Target="slides/slide236.xml"/><Relationship Id="rId244" Type="http://schemas.openxmlformats.org/officeDocument/2006/relationships/slide" Target="slides/slide237.xml"/><Relationship Id="rId245" Type="http://schemas.openxmlformats.org/officeDocument/2006/relationships/slide" Target="slides/slide238.xml"/><Relationship Id="rId246" Type="http://schemas.openxmlformats.org/officeDocument/2006/relationships/slide" Target="slides/slide239.xml"/><Relationship Id="rId247" Type="http://schemas.openxmlformats.org/officeDocument/2006/relationships/slide" Target="slides/slide240.xml"/><Relationship Id="rId248" Type="http://schemas.openxmlformats.org/officeDocument/2006/relationships/slide" Target="slides/slide241.xml"/><Relationship Id="rId249" Type="http://schemas.openxmlformats.org/officeDocument/2006/relationships/slide" Target="slides/slide242.xml"/><Relationship Id="rId250" Type="http://schemas.openxmlformats.org/officeDocument/2006/relationships/slide" Target="slides/slide243.xml"/><Relationship Id="rId251" Type="http://schemas.openxmlformats.org/officeDocument/2006/relationships/slide" Target="slides/slide244.xml"/><Relationship Id="rId252" Type="http://schemas.openxmlformats.org/officeDocument/2006/relationships/slide" Target="slides/slide245.xml"/><Relationship Id="rId253" Type="http://schemas.openxmlformats.org/officeDocument/2006/relationships/slide" Target="slides/slide246.xml"/><Relationship Id="rId254" Type="http://schemas.openxmlformats.org/officeDocument/2006/relationships/slide" Target="slides/slide247.xml"/><Relationship Id="rId255" Type="http://schemas.openxmlformats.org/officeDocument/2006/relationships/slide" Target="slides/slide248.xml"/><Relationship Id="rId256" Type="http://schemas.openxmlformats.org/officeDocument/2006/relationships/slide" Target="slides/slide249.xml"/><Relationship Id="rId257" Type="http://schemas.openxmlformats.org/officeDocument/2006/relationships/slide" Target="slides/slide250.xml"/><Relationship Id="rId258" Type="http://schemas.openxmlformats.org/officeDocument/2006/relationships/slide" Target="slides/slide251.xml"/><Relationship Id="rId259" Type="http://schemas.openxmlformats.org/officeDocument/2006/relationships/slide" Target="slides/slide252.xml"/><Relationship Id="rId260" Type="http://schemas.openxmlformats.org/officeDocument/2006/relationships/slide" Target="slides/slide253.xml"/><Relationship Id="rId261" Type="http://schemas.openxmlformats.org/officeDocument/2006/relationships/slide" Target="slides/slide254.xml"/><Relationship Id="rId262" Type="http://schemas.openxmlformats.org/officeDocument/2006/relationships/slide" Target="slides/slide255.xml"/><Relationship Id="rId263" Type="http://schemas.openxmlformats.org/officeDocument/2006/relationships/slide" Target="slides/slide256.xml"/><Relationship Id="rId264" Type="http://schemas.openxmlformats.org/officeDocument/2006/relationships/slide" Target="slides/slide257.xml"/><Relationship Id="rId265" Type="http://schemas.openxmlformats.org/officeDocument/2006/relationships/slide" Target="slides/slide258.xml"/><Relationship Id="rId266" Type="http://schemas.openxmlformats.org/officeDocument/2006/relationships/slide" Target="slides/slide259.xml"/><Relationship Id="rId267" Type="http://schemas.openxmlformats.org/officeDocument/2006/relationships/slide" Target="slides/slide260.xml"/><Relationship Id="rId268" Type="http://schemas.openxmlformats.org/officeDocument/2006/relationships/slide" Target="slides/slide261.xml"/><Relationship Id="rId269" Type="http://schemas.openxmlformats.org/officeDocument/2006/relationships/slide" Target="slides/slide262.xml"/><Relationship Id="rId270" Type="http://schemas.openxmlformats.org/officeDocument/2006/relationships/slide" Target="slides/slide263.xml"/><Relationship Id="rId271" Type="http://schemas.openxmlformats.org/officeDocument/2006/relationships/slide" Target="slides/slide264.xml"/><Relationship Id="rId272" Type="http://schemas.openxmlformats.org/officeDocument/2006/relationships/slide" Target="slides/slide265.xml"/><Relationship Id="rId273" Type="http://schemas.openxmlformats.org/officeDocument/2006/relationships/slide" Target="slides/slide266.xml"/><Relationship Id="rId274" Type="http://schemas.openxmlformats.org/officeDocument/2006/relationships/slide" Target="slides/slide267.xml"/><Relationship Id="rId275" Type="http://schemas.openxmlformats.org/officeDocument/2006/relationships/slide" Target="slides/slide268.xml"/><Relationship Id="rId276" Type="http://schemas.openxmlformats.org/officeDocument/2006/relationships/slide" Target="slides/slide269.xml"/><Relationship Id="rId277" Type="http://schemas.openxmlformats.org/officeDocument/2006/relationships/slide" Target="slides/slide270.xml"/><Relationship Id="rId278" Type="http://schemas.openxmlformats.org/officeDocument/2006/relationships/slide" Target="slides/slide271.xml"/><Relationship Id="rId279" Type="http://schemas.openxmlformats.org/officeDocument/2006/relationships/slide" Target="slides/slide272.xml"/><Relationship Id="rId280" Type="http://schemas.openxmlformats.org/officeDocument/2006/relationships/slide" Target="slides/slide273.xml"/><Relationship Id="rId281" Type="http://schemas.openxmlformats.org/officeDocument/2006/relationships/slide" Target="slides/slide274.xml"/><Relationship Id="rId282" Type="http://schemas.openxmlformats.org/officeDocument/2006/relationships/slide" Target="slides/slide275.xml"/><Relationship Id="rId283" Type="http://schemas.openxmlformats.org/officeDocument/2006/relationships/slide" Target="slides/slide276.xml"/><Relationship Id="rId284" Type="http://schemas.openxmlformats.org/officeDocument/2006/relationships/slide" Target="slides/slide277.xml"/><Relationship Id="rId285" Type="http://schemas.openxmlformats.org/officeDocument/2006/relationships/slide" Target="slides/slide278.xml"/><Relationship Id="rId286" Type="http://schemas.openxmlformats.org/officeDocument/2006/relationships/slide" Target="slides/slide279.xml"/><Relationship Id="rId287" Type="http://schemas.openxmlformats.org/officeDocument/2006/relationships/slide" Target="slides/slide280.xml"/><Relationship Id="rId288" Type="http://schemas.openxmlformats.org/officeDocument/2006/relationships/slide" Target="slides/slide281.xml"/><Relationship Id="rId289" Type="http://schemas.openxmlformats.org/officeDocument/2006/relationships/slide" Target="slides/slide282.xml"/><Relationship Id="rId290" Type="http://schemas.openxmlformats.org/officeDocument/2006/relationships/slide" Target="slides/slide283.xml"/><Relationship Id="rId291" Type="http://schemas.openxmlformats.org/officeDocument/2006/relationships/slide" Target="slides/slide284.xml"/><Relationship Id="rId292" Type="http://schemas.openxmlformats.org/officeDocument/2006/relationships/slide" Target="slides/slide285.xml"/><Relationship Id="rId293" Type="http://schemas.openxmlformats.org/officeDocument/2006/relationships/slide" Target="slides/slide286.xml"/><Relationship Id="rId294" Type="http://schemas.openxmlformats.org/officeDocument/2006/relationships/slide" Target="slides/slide287.xml"/><Relationship Id="rId295" Type="http://schemas.openxmlformats.org/officeDocument/2006/relationships/slide" Target="slides/slide288.xml"/><Relationship Id="rId296" Type="http://schemas.openxmlformats.org/officeDocument/2006/relationships/slide" Target="slides/slide289.xml"/><Relationship Id="rId297" Type="http://schemas.openxmlformats.org/officeDocument/2006/relationships/slide" Target="slides/slide290.xml"/><Relationship Id="rId298" Type="http://schemas.openxmlformats.org/officeDocument/2006/relationships/slide" Target="slides/slide291.xml"/><Relationship Id="rId299" Type="http://schemas.openxmlformats.org/officeDocument/2006/relationships/slide" Target="slides/slide292.xml"/><Relationship Id="rId300" Type="http://schemas.openxmlformats.org/officeDocument/2006/relationships/slide" Target="slides/slide293.xml"/><Relationship Id="rId301" Type="http://schemas.openxmlformats.org/officeDocument/2006/relationships/slide" Target="slides/slide294.xml"/><Relationship Id="rId302" Type="http://schemas.openxmlformats.org/officeDocument/2006/relationships/slide" Target="slides/slide295.xml"/><Relationship Id="rId303" Type="http://schemas.openxmlformats.org/officeDocument/2006/relationships/slide" Target="slides/slide296.xml"/><Relationship Id="rId304" Type="http://schemas.openxmlformats.org/officeDocument/2006/relationships/slide" Target="slides/slide297.xml"/><Relationship Id="rId305" Type="http://schemas.openxmlformats.org/officeDocument/2006/relationships/slide" Target="slides/slide298.xml"/><Relationship Id="rId306" Type="http://schemas.openxmlformats.org/officeDocument/2006/relationships/slide" Target="slides/slide299.xml"/><Relationship Id="rId307" Type="http://schemas.openxmlformats.org/officeDocument/2006/relationships/slide" Target="slides/slide300.xml"/><Relationship Id="rId308" Type="http://schemas.openxmlformats.org/officeDocument/2006/relationships/slide" Target="slides/slide301.xml"/><Relationship Id="rId309" Type="http://schemas.openxmlformats.org/officeDocument/2006/relationships/slide" Target="slides/slide302.xml"/><Relationship Id="rId310" Type="http://schemas.openxmlformats.org/officeDocument/2006/relationships/slide" Target="slides/slide303.xml"/><Relationship Id="rId311" Type="http://schemas.openxmlformats.org/officeDocument/2006/relationships/slide" Target="slides/slide304.xml"/><Relationship Id="rId312" Type="http://schemas.openxmlformats.org/officeDocument/2006/relationships/slide" Target="slides/slide305.xml"/><Relationship Id="rId313" Type="http://schemas.openxmlformats.org/officeDocument/2006/relationships/slide" Target="slides/slide306.xml"/><Relationship Id="rId314" Type="http://schemas.openxmlformats.org/officeDocument/2006/relationships/slide" Target="slides/slide307.xml"/><Relationship Id="rId315" Type="http://schemas.openxmlformats.org/officeDocument/2006/relationships/slide" Target="slides/slide308.xml"/><Relationship Id="rId316" Type="http://schemas.openxmlformats.org/officeDocument/2006/relationships/slide" Target="slides/slide309.xml"/><Relationship Id="rId317" Type="http://schemas.openxmlformats.org/officeDocument/2006/relationships/slide" Target="slides/slide310.xml"/><Relationship Id="rId318" Type="http://schemas.openxmlformats.org/officeDocument/2006/relationships/slide" Target="slides/slide311.xml"/><Relationship Id="rId319" Type="http://schemas.openxmlformats.org/officeDocument/2006/relationships/slide" Target="slides/slide312.xml"/><Relationship Id="rId320" Type="http://schemas.openxmlformats.org/officeDocument/2006/relationships/slide" Target="slides/slide313.xml"/><Relationship Id="rId321" Type="http://schemas.openxmlformats.org/officeDocument/2006/relationships/slide" Target="slides/slide314.xml"/><Relationship Id="rId322" Type="http://schemas.openxmlformats.org/officeDocument/2006/relationships/slide" Target="slides/slide315.xml"/><Relationship Id="rId323" Type="http://schemas.openxmlformats.org/officeDocument/2006/relationships/slide" Target="slides/slide316.xml"/><Relationship Id="rId324" Type="http://schemas.openxmlformats.org/officeDocument/2006/relationships/slide" Target="slides/slide317.xml"/><Relationship Id="rId325" Type="http://schemas.openxmlformats.org/officeDocument/2006/relationships/slide" Target="slides/slide318.xml"/><Relationship Id="rId326" Type="http://schemas.openxmlformats.org/officeDocument/2006/relationships/slide" Target="slides/slide319.xml"/><Relationship Id="rId327" Type="http://schemas.openxmlformats.org/officeDocument/2006/relationships/slide" Target="slides/slide320.xml"/><Relationship Id="rId328" Type="http://schemas.openxmlformats.org/officeDocument/2006/relationships/slide" Target="slides/slide321.xml"/><Relationship Id="rId329" Type="http://schemas.openxmlformats.org/officeDocument/2006/relationships/slide" Target="slides/slide322.xml"/><Relationship Id="rId330" Type="http://schemas.openxmlformats.org/officeDocument/2006/relationships/slide" Target="slides/slide323.xml"/><Relationship Id="rId331" Type="http://schemas.openxmlformats.org/officeDocument/2006/relationships/slide" Target="slides/slide324.xml"/><Relationship Id="rId332" Type="http://schemas.openxmlformats.org/officeDocument/2006/relationships/slide" Target="slides/slide325.xml"/><Relationship Id="rId333" Type="http://schemas.openxmlformats.org/officeDocument/2006/relationships/slide" Target="slides/slide326.xml"/><Relationship Id="rId334" Type="http://schemas.openxmlformats.org/officeDocument/2006/relationships/slide" Target="slides/slide327.xml"/><Relationship Id="rId335" Type="http://schemas.openxmlformats.org/officeDocument/2006/relationships/slide" Target="slides/slide328.xml"/><Relationship Id="rId336" Type="http://schemas.openxmlformats.org/officeDocument/2006/relationships/slide" Target="slides/slide329.xml"/><Relationship Id="rId337" Type="http://schemas.openxmlformats.org/officeDocument/2006/relationships/slide" Target="slides/slide330.xml"/><Relationship Id="rId338" Type="http://schemas.openxmlformats.org/officeDocument/2006/relationships/slide" Target="slides/slide331.xml"/><Relationship Id="rId339" Type="http://schemas.openxmlformats.org/officeDocument/2006/relationships/slide" Target="slides/slide332.xml"/><Relationship Id="rId340" Type="http://schemas.openxmlformats.org/officeDocument/2006/relationships/slide" Target="slides/slide333.xml"/><Relationship Id="rId341" Type="http://schemas.openxmlformats.org/officeDocument/2006/relationships/slide" Target="slides/slide334.xml"/><Relationship Id="rId342" Type="http://schemas.openxmlformats.org/officeDocument/2006/relationships/slide" Target="slides/slide335.xml"/><Relationship Id="rId343" Type="http://schemas.openxmlformats.org/officeDocument/2006/relationships/slide" Target="slides/slide336.xml"/><Relationship Id="rId344" Type="http://schemas.openxmlformats.org/officeDocument/2006/relationships/slide" Target="slides/slide337.xml"/><Relationship Id="rId345" Type="http://schemas.openxmlformats.org/officeDocument/2006/relationships/slide" Target="slides/slide338.xml"/><Relationship Id="rId346" Type="http://schemas.openxmlformats.org/officeDocument/2006/relationships/slide" Target="slides/slide339.xml"/><Relationship Id="rId347" Type="http://schemas.openxmlformats.org/officeDocument/2006/relationships/slide" Target="slides/slide340.xml"/><Relationship Id="rId348" Type="http://schemas.openxmlformats.org/officeDocument/2006/relationships/slide" Target="slides/slide341.xml"/><Relationship Id="rId349" Type="http://schemas.openxmlformats.org/officeDocument/2006/relationships/slide" Target="slides/slide342.xml"/><Relationship Id="rId350" Type="http://schemas.openxmlformats.org/officeDocument/2006/relationships/slide" Target="slides/slide343.xml"/><Relationship Id="rId351" Type="http://schemas.openxmlformats.org/officeDocument/2006/relationships/slide" Target="slides/slide344.xml"/><Relationship Id="rId352" Type="http://schemas.openxmlformats.org/officeDocument/2006/relationships/slide" Target="slides/slide345.xml"/><Relationship Id="rId353" Type="http://schemas.openxmlformats.org/officeDocument/2006/relationships/slide" Target="slides/slide346.xml"/><Relationship Id="rId354" Type="http://schemas.openxmlformats.org/officeDocument/2006/relationships/slide" Target="slides/slide347.xml"/><Relationship Id="rId355" Type="http://schemas.openxmlformats.org/officeDocument/2006/relationships/slide" Target="slides/slide348.xml"/><Relationship Id="rId356" Type="http://schemas.openxmlformats.org/officeDocument/2006/relationships/slide" Target="slides/slide349.xml"/><Relationship Id="rId357" Type="http://schemas.openxmlformats.org/officeDocument/2006/relationships/slide" Target="slides/slide350.xml"/><Relationship Id="rId358" Type="http://schemas.openxmlformats.org/officeDocument/2006/relationships/slide" Target="slides/slide351.xml"/><Relationship Id="rId359" Type="http://schemas.openxmlformats.org/officeDocument/2006/relationships/slide" Target="slides/slide352.xml"/><Relationship Id="rId360" Type="http://schemas.openxmlformats.org/officeDocument/2006/relationships/slide" Target="slides/slide353.xml"/><Relationship Id="rId361" Type="http://schemas.openxmlformats.org/officeDocument/2006/relationships/slide" Target="slides/slide354.xml"/><Relationship Id="rId362" Type="http://schemas.openxmlformats.org/officeDocument/2006/relationships/slide" Target="slides/slide355.xml"/><Relationship Id="rId363" Type="http://schemas.openxmlformats.org/officeDocument/2006/relationships/slide" Target="slides/slide356.xml"/><Relationship Id="rId364" Type="http://schemas.openxmlformats.org/officeDocument/2006/relationships/slide" Target="slides/slide357.xml"/><Relationship Id="rId365" Type="http://schemas.openxmlformats.org/officeDocument/2006/relationships/slide" Target="slides/slide358.xml"/><Relationship Id="rId366" Type="http://schemas.openxmlformats.org/officeDocument/2006/relationships/slide" Target="slides/slide359.xml"/><Relationship Id="rId367" Type="http://schemas.openxmlformats.org/officeDocument/2006/relationships/slide" Target="slides/slide360.xml"/><Relationship Id="rId368" Type="http://schemas.openxmlformats.org/officeDocument/2006/relationships/slide" Target="slides/slide361.xml"/><Relationship Id="rId369" Type="http://schemas.openxmlformats.org/officeDocument/2006/relationships/slide" Target="slides/slide362.xml"/><Relationship Id="rId370" Type="http://schemas.openxmlformats.org/officeDocument/2006/relationships/slide" Target="slides/slide363.xml"/><Relationship Id="rId371" Type="http://schemas.openxmlformats.org/officeDocument/2006/relationships/slide" Target="slides/slide364.xml"/><Relationship Id="rId372" Type="http://schemas.openxmlformats.org/officeDocument/2006/relationships/slide" Target="slides/slide365.xml"/><Relationship Id="rId373" Type="http://schemas.openxmlformats.org/officeDocument/2006/relationships/slide" Target="slides/slide366.xml"/><Relationship Id="rId374" Type="http://schemas.openxmlformats.org/officeDocument/2006/relationships/slide" Target="slides/slide367.xml"/><Relationship Id="rId375" Type="http://schemas.openxmlformats.org/officeDocument/2006/relationships/slide" Target="slides/slide368.xml"/><Relationship Id="rId376" Type="http://schemas.openxmlformats.org/officeDocument/2006/relationships/slide" Target="slides/slide369.xml"/><Relationship Id="rId377" Type="http://schemas.openxmlformats.org/officeDocument/2006/relationships/slide" Target="slides/slide370.xml"/><Relationship Id="rId378" Type="http://schemas.openxmlformats.org/officeDocument/2006/relationships/slide" Target="slides/slide371.xml"/><Relationship Id="rId379" Type="http://schemas.openxmlformats.org/officeDocument/2006/relationships/slide" Target="slides/slide372.xml"/><Relationship Id="rId380" Type="http://schemas.openxmlformats.org/officeDocument/2006/relationships/slide" Target="slides/slide373.xml"/><Relationship Id="rId381" Type="http://schemas.openxmlformats.org/officeDocument/2006/relationships/slide" Target="slides/slide374.xml"/><Relationship Id="rId382" Type="http://schemas.openxmlformats.org/officeDocument/2006/relationships/slide" Target="slides/slide375.xml"/><Relationship Id="rId383" Type="http://schemas.openxmlformats.org/officeDocument/2006/relationships/slide" Target="slides/slide376.xml"/><Relationship Id="rId384" Type="http://schemas.openxmlformats.org/officeDocument/2006/relationships/slide" Target="slides/slide377.xml"/><Relationship Id="rId385" Type="http://schemas.openxmlformats.org/officeDocument/2006/relationships/slide" Target="slides/slide378.xml"/><Relationship Id="rId386" Type="http://schemas.openxmlformats.org/officeDocument/2006/relationships/slide" Target="slides/slide379.xml"/><Relationship Id="rId387" Type="http://schemas.openxmlformats.org/officeDocument/2006/relationships/slide" Target="slides/slide380.xml"/><Relationship Id="rId388" Type="http://schemas.openxmlformats.org/officeDocument/2006/relationships/slide" Target="slides/slide381.xml"/><Relationship Id="rId389" Type="http://schemas.openxmlformats.org/officeDocument/2006/relationships/slide" Target="slides/slide382.xml"/><Relationship Id="rId390" Type="http://schemas.openxmlformats.org/officeDocument/2006/relationships/slide" Target="slides/slide383.xml"/><Relationship Id="rId391" Type="http://schemas.openxmlformats.org/officeDocument/2006/relationships/slide" Target="slides/slide384.xml"/><Relationship Id="rId392" Type="http://schemas.openxmlformats.org/officeDocument/2006/relationships/slide" Target="slides/slide385.xml"/><Relationship Id="rId393" Type="http://schemas.openxmlformats.org/officeDocument/2006/relationships/slide" Target="slides/slide386.xml"/><Relationship Id="rId394" Type="http://schemas.openxmlformats.org/officeDocument/2006/relationships/slide" Target="slides/slide387.xml"/><Relationship Id="rId395" Type="http://schemas.openxmlformats.org/officeDocument/2006/relationships/slide" Target="slides/slide388.xml"/><Relationship Id="rId396" Type="http://schemas.openxmlformats.org/officeDocument/2006/relationships/slide" Target="slides/slide389.xml"/><Relationship Id="rId397" Type="http://schemas.openxmlformats.org/officeDocument/2006/relationships/slide" Target="slides/slide390.xml"/><Relationship Id="rId398" Type="http://schemas.openxmlformats.org/officeDocument/2006/relationships/slide" Target="slides/slide391.xml"/><Relationship Id="rId399" Type="http://schemas.openxmlformats.org/officeDocument/2006/relationships/slide" Target="slides/slide392.xml"/><Relationship Id="rId400" Type="http://schemas.openxmlformats.org/officeDocument/2006/relationships/slide" Target="slides/slide393.xml"/><Relationship Id="rId401" Type="http://schemas.openxmlformats.org/officeDocument/2006/relationships/slide" Target="slides/slide394.xml"/><Relationship Id="rId402" Type="http://schemas.openxmlformats.org/officeDocument/2006/relationships/slide" Target="slides/slide395.xml"/><Relationship Id="rId403" Type="http://schemas.openxmlformats.org/officeDocument/2006/relationships/slide" Target="slides/slide396.xml"/><Relationship Id="rId404" Type="http://schemas.openxmlformats.org/officeDocument/2006/relationships/slide" Target="slides/slide397.xml"/><Relationship Id="rId405" Type="http://schemas.openxmlformats.org/officeDocument/2006/relationships/slide" Target="slides/slide398.xml"/><Relationship Id="rId406" Type="http://schemas.openxmlformats.org/officeDocument/2006/relationships/slide" Target="slides/slide39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1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1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1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6.xml"/></Relationships>
</file>

<file path=ppt/notesSlides/_rels/notesSlide1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7.xml"/></Relationships>
</file>

<file path=ppt/notesSlides/_rels/notesSlide1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8.xml"/></Relationships>
</file>

<file path=ppt/notesSlides/_rels/notesSlide1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9.xml"/></Relationships>
</file>

<file path=ppt/notesSlides/_rels/notesSlide1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0.xml"/></Relationships>
</file>

<file path=ppt/notesSlides/_rels/notesSlide1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2.xml"/></Relationships>
</file>

<file path=ppt/notesSlides/_rels/notesSlide1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3.xml"/></Relationships>
</file>

<file path=ppt/notesSlides/_rels/notesSlide1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4.xml"/></Relationships>
</file>

<file path=ppt/notesSlides/_rels/notesSlide1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5.xml"/></Relationships>
</file>

<file path=ppt/notesSlides/_rels/notesSlide1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6.xml"/></Relationships>
</file>

<file path=ppt/notesSlides/_rels/notesSlide1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7.xml"/></Relationships>
</file>

<file path=ppt/notesSlides/_rels/notesSlide1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_rels/notesSlide1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9.xml"/></Relationships>
</file>

<file path=ppt/notesSlides/_rels/notesSlide1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0.xml"/></Relationships>
</file>

<file path=ppt/notesSlides/_rels/notesSlide1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1.xml"/></Relationships>
</file>

<file path=ppt/notesSlides/_rels/notesSlide1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2.xml"/></Relationships>
</file>

<file path=ppt/notesSlides/_rels/notesSlide1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3.xml"/></Relationships>
</file>

<file path=ppt/notesSlides/_rels/notesSlide1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4.xml"/></Relationships>
</file>

<file path=ppt/notesSlides/_rels/notesSlide1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5.xml"/></Relationships>
</file>

<file path=ppt/notesSlides/_rels/notesSlide1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6.xml"/></Relationships>
</file>

<file path=ppt/notesSlides/_rels/notesSlide1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7.xml"/></Relationships>
</file>

<file path=ppt/notesSlides/_rels/notesSlide1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8.xml"/></Relationships>
</file>

<file path=ppt/notesSlides/_rels/notesSlide1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9.xml"/></Relationships>
</file>

<file path=ppt/notesSlides/_rels/notesSlide1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0.xml"/></Relationships>
</file>

<file path=ppt/notesSlides/_rels/notesSlide1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1.xml"/></Relationships>
</file>

<file path=ppt/notesSlides/_rels/notesSlide1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2.xml"/></Relationships>
</file>

<file path=ppt/notesSlides/_rels/notesSlide1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3.xml"/></Relationships>
</file>

<file path=ppt/notesSlides/_rels/notesSlide1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4.xml"/></Relationships>
</file>

<file path=ppt/notesSlides/_rels/notesSlide1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5.xml"/></Relationships>
</file>

<file path=ppt/notesSlides/_rels/notesSlide1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6.xml"/></Relationships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7.xml"/></Relationships>
</file>

<file path=ppt/notesSlides/_rels/notesSlide1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8.xml"/></Relationships>
</file>

<file path=ppt/notesSlides/_rels/notesSlide1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9.xml"/></Relationships>
</file>

<file path=ppt/notesSlides/_rels/notesSlide1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0.xml"/></Relationships>
</file>

<file path=ppt/notesSlides/_rels/notesSlide1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1.xml"/></Relationships>
</file>

<file path=ppt/notesSlides/_rels/notesSlide1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2.xml"/></Relationships>
</file>

<file path=ppt/notesSlides/_rels/notesSlide1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3.xml"/></Relationships>
</file>

<file path=ppt/notesSlides/_rels/notesSlide1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4.xml"/></Relationships>
</file>

<file path=ppt/notesSlides/_rels/notesSlide1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5.xml"/></Relationships>
</file>

<file path=ppt/notesSlides/_rels/notesSlide1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6.xml"/></Relationships>
</file>

<file path=ppt/notesSlides/_rels/notesSlide1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7.xml"/></Relationships>
</file>

<file path=ppt/notesSlides/_rels/notesSlide1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8.xml"/></Relationships>
</file>

<file path=ppt/notesSlides/_rels/notesSlide1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9.xml"/></Relationships>
</file>

<file path=ppt/notesSlides/_rels/notesSlide1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0.xml"/></Relationships>
</file>

<file path=ppt/notesSlides/_rels/notesSlide1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1.xml"/></Relationships>
</file>

<file path=ppt/notesSlides/_rels/notesSlide1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2.xml"/></Relationships>
</file>

<file path=ppt/notesSlides/_rels/notesSlide1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3.xml"/></Relationships>
</file>

<file path=ppt/notesSlides/_rels/notesSlide1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4.xml"/></Relationships>
</file>

<file path=ppt/notesSlides/_rels/notesSlide1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5.xml"/></Relationships>
</file>

<file path=ppt/notesSlides/_rels/notesSlide1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6.xml"/></Relationships>
</file>

<file path=ppt/notesSlides/_rels/notesSlide1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7.xml"/></Relationships>
</file>

<file path=ppt/notesSlides/_rels/notesSlide1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8.xml"/></Relationships>
</file>

<file path=ppt/notesSlides/_rels/notesSlide1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9.xml"/></Relationships>
</file>

<file path=ppt/notesSlides/_rels/notesSlide1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0.xml"/></Relationships>
</file>

<file path=ppt/notesSlides/_rels/notesSlide1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1.xml"/></Relationships>
</file>

<file path=ppt/notesSlides/_rels/notesSlide1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2.xml"/></Relationships>
</file>

<file path=ppt/notesSlides/_rels/notesSlide1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3.xml"/></Relationships>
</file>

<file path=ppt/notesSlides/_rels/notesSlide1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4.xml"/></Relationships>
</file>

<file path=ppt/notesSlides/_rels/notesSlide1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5.xml"/></Relationships>
</file>

<file path=ppt/notesSlides/_rels/notesSlide1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6.xml"/></Relationships>
</file>

<file path=ppt/notesSlides/_rels/notesSlide1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7.xml"/></Relationships>
</file>

<file path=ppt/notesSlides/_rels/notesSlide1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8.xml"/></Relationships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9.xml"/></Relationships>
</file>

<file path=ppt/notesSlides/_rels/notesSlide1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0.xml"/></Relationships>
</file>

<file path=ppt/notesSlides/_rels/notesSlide1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1.xml"/></Relationships>
</file>

<file path=ppt/notesSlides/_rels/notesSlide1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2.xml"/></Relationships>
</file>

<file path=ppt/notesSlides/_rels/notesSlide1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3.xml"/></Relationships>
</file>

<file path=ppt/notesSlides/_rels/notesSlide1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4.xml"/></Relationships>
</file>

<file path=ppt/notesSlides/_rels/notesSlide1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5.xml"/></Relationships>
</file>

<file path=ppt/notesSlides/_rels/notesSlide1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6.xml"/></Relationships>
</file>

<file path=ppt/notesSlides/_rels/notesSlide1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7.xml"/></Relationships>
</file>

<file path=ppt/notesSlides/_rels/notesSlide1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8.xml"/></Relationships>
</file>

<file path=ppt/notesSlides/_rels/notesSlide1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9.xml"/></Relationships>
</file>

<file path=ppt/notesSlides/_rels/notesSlide1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0.xml"/></Relationships>
</file>

<file path=ppt/notesSlides/_rels/notesSlide1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1.xml"/></Relationships>
</file>

<file path=ppt/notesSlides/_rels/notesSlide1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2.xml"/></Relationships>
</file>

<file path=ppt/notesSlides/_rels/notesSlide1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3.xml"/></Relationships>
</file>

<file path=ppt/notesSlides/_rels/notesSlide1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4.xml"/></Relationships>
</file>

<file path=ppt/notesSlides/_rels/notesSlide1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5.xml"/></Relationships>
</file>

<file path=ppt/notesSlides/_rels/notesSlide1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6.xml"/></Relationships>
</file>

<file path=ppt/notesSlides/_rels/notesSlide1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7.xml"/></Relationships>
</file>

<file path=ppt/notesSlides/_rels/notesSlide1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8.xml"/></Relationships>
</file>

<file path=ppt/notesSlides/_rels/notesSlide1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9.xml"/></Relationships>
</file>

<file path=ppt/notesSlides/_rels/notesSlide1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0.xml"/></Relationships>
</file>

<file path=ppt/notesSlides/_rels/notesSlide1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1.xml"/></Relationships>
</file>

<file path=ppt/notesSlides/_rels/notesSlide1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2.xml"/></Relationships>
</file>

<file path=ppt/notesSlides/_rels/notesSlide1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3.xml"/></Relationships>
</file>

<file path=ppt/notesSlides/_rels/notesSlide1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4.xml"/></Relationships>
</file>

<file path=ppt/notesSlides/_rels/notesSlide1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5.xml"/></Relationships>
</file>

<file path=ppt/notesSlides/_rels/notesSlide1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6.xml"/></Relationships>
</file>

<file path=ppt/notesSlides/_rels/notesSlide1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7.xml"/></Relationships>
</file>

<file path=ppt/notesSlides/_rels/notesSlide1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8.xml"/></Relationships>
</file>

<file path=ppt/notesSlides/_rels/notesSlide1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9.xml"/></Relationships>
</file>

<file path=ppt/notesSlides/_rels/notesSlide2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0.xml"/></Relationships>
</file>

<file path=ppt/notesSlides/_rels/notesSlide2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1.xml"/></Relationships>
</file>

<file path=ppt/notesSlides/_rels/notesSlide2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2.xml"/></Relationships>
</file>

<file path=ppt/notesSlides/_rels/notesSlide2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3.xml"/></Relationships>
</file>

<file path=ppt/notesSlides/_rels/notesSlide2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4.xml"/></Relationships>
</file>

<file path=ppt/notesSlides/_rels/notesSlide2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5.xml"/></Relationships>
</file>

<file path=ppt/notesSlides/_rels/notesSlide2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6.xml"/></Relationships>
</file>

<file path=ppt/notesSlides/_rels/notesSlide2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7.xml"/></Relationships>
</file>

<file path=ppt/notesSlides/_rels/notesSlide2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8.xml"/></Relationships>
</file>

<file path=ppt/notesSlides/_rels/notesSlide2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9.xml"/></Relationships>
</file>

<file path=ppt/notesSlides/_rels/notesSlide2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0.xml"/></Relationships>
</file>

<file path=ppt/notesSlides/_rels/notesSlide2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1.xml"/></Relationships>
</file>

<file path=ppt/notesSlides/_rels/notesSlide2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2.xml"/></Relationships>
</file>

<file path=ppt/notesSlides/_rels/notesSlide2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3.xml"/></Relationships>
</file>

<file path=ppt/notesSlides/_rels/notesSlide2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4.xml"/></Relationships>
</file>

<file path=ppt/notesSlides/_rels/notesSlide2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5.xml"/></Relationships>
</file>

<file path=ppt/notesSlides/_rels/notesSlide2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6.xml"/></Relationships>
</file>

<file path=ppt/notesSlides/_rels/notesSlide2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7.xml"/></Relationships>
</file>

<file path=ppt/notesSlides/_rels/notesSlide2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8.xml"/></Relationships>
</file>

<file path=ppt/notesSlides/_rels/notesSlide2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9.xml"/></Relationships>
</file>

<file path=ppt/notesSlides/_rels/notesSlide2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0.xml"/></Relationships>
</file>

<file path=ppt/notesSlides/_rels/notesSlide2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1.xml"/></Relationships>
</file>

<file path=ppt/notesSlides/_rels/notesSlide2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2.xml"/></Relationships>
</file>

<file path=ppt/notesSlides/_rels/notesSlide2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3.xml"/></Relationships>
</file>

<file path=ppt/notesSlides/_rels/notesSlide2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4.xml"/></Relationships>
</file>

<file path=ppt/notesSlides/_rels/notesSlide2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5.xml"/></Relationships>
</file>

<file path=ppt/notesSlides/_rels/notesSlide2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6.xml"/></Relationships>
</file>

<file path=ppt/notesSlides/_rels/notesSlide2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7.xml"/></Relationships>
</file>

<file path=ppt/notesSlides/_rels/notesSlide2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8.xml"/></Relationships>
</file>

<file path=ppt/notesSlides/_rels/notesSlide2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9.xml"/></Relationships>
</file>

<file path=ppt/notesSlides/_rels/notesSlide2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0.xml"/></Relationships>
</file>

<file path=ppt/notesSlides/_rels/notesSlide2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1.xml"/></Relationships>
</file>

<file path=ppt/notesSlides/_rels/notesSlide2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2.xml"/></Relationships>
</file>

<file path=ppt/notesSlides/_rels/notesSlide2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3.xml"/></Relationships>
</file>

<file path=ppt/notesSlides/_rels/notesSlide2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4.xml"/></Relationships>
</file>

<file path=ppt/notesSlides/_rels/notesSlide2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5.xml"/></Relationships>
</file>

<file path=ppt/notesSlides/_rels/notesSlide2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6.xml"/></Relationships>
</file>

<file path=ppt/notesSlides/_rels/notesSlide2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7.xml"/></Relationships>
</file>

<file path=ppt/notesSlides/_rels/notesSlide2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8.xml"/></Relationships>
</file>

<file path=ppt/notesSlides/_rels/notesSlide2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9.xml"/></Relationships>
</file>

<file path=ppt/notesSlides/_rels/notesSlide2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0.xml"/></Relationships>
</file>

<file path=ppt/notesSlides/_rels/notesSlide2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1.xml"/></Relationships>
</file>

<file path=ppt/notesSlides/_rels/notesSlide2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2.xml"/></Relationships>
</file>

<file path=ppt/notesSlides/_rels/notesSlide2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3.xml"/></Relationships>
</file>

<file path=ppt/notesSlides/_rels/notesSlide2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4.xml"/></Relationships>
</file>

<file path=ppt/notesSlides/_rels/notesSlide2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5.xml"/></Relationships>
</file>

<file path=ppt/notesSlides/_rels/notesSlide2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6.xml"/></Relationships>
</file>

<file path=ppt/notesSlides/_rels/notesSlide2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7.xml"/></Relationships>
</file>

<file path=ppt/notesSlides/_rels/notesSlide2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8.xml"/></Relationships>
</file>

<file path=ppt/notesSlides/_rels/notesSlide2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9.xml"/></Relationships>
</file>

<file path=ppt/notesSlides/_rels/notesSlide2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0.xml"/></Relationships>
</file>

<file path=ppt/notesSlides/_rels/notesSlide2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1.xml"/></Relationships>
</file>

<file path=ppt/notesSlides/_rels/notesSlide2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2.xml"/></Relationships>
</file>

<file path=ppt/notesSlides/_rels/notesSlide2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3.xml"/></Relationships>
</file>

<file path=ppt/notesSlides/_rels/notesSlide2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4.xml"/></Relationships>
</file>

<file path=ppt/notesSlides/_rels/notesSlide2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5.xml"/></Relationships>
</file>

<file path=ppt/notesSlides/_rels/notesSlide2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6.xml"/></Relationships>
</file>

<file path=ppt/notesSlides/_rels/notesSlide2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7.xml"/></Relationships>
</file>

<file path=ppt/notesSlides/_rels/notesSlide2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8.xml"/></Relationships>
</file>

<file path=ppt/notesSlides/_rels/notesSlide2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9.xml"/></Relationships>
</file>

<file path=ppt/notesSlides/_rels/notesSlide2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0.xml"/></Relationships>
</file>

<file path=ppt/notesSlides/_rels/notesSlide2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1.xml"/></Relationships>
</file>

<file path=ppt/notesSlides/_rels/notesSlide2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2.xml"/></Relationships>
</file>

<file path=ppt/notesSlides/_rels/notesSlide2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3.xml"/></Relationships>
</file>

<file path=ppt/notesSlides/_rels/notesSlide2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4.xml"/></Relationships>
</file>

<file path=ppt/notesSlides/_rels/notesSlide2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5.xml"/></Relationships>
</file>

<file path=ppt/notesSlides/_rels/notesSlide2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6.xml"/></Relationships>
</file>

<file path=ppt/notesSlides/_rels/notesSlide2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7.xml"/></Relationships>
</file>

<file path=ppt/notesSlides/_rels/notesSlide2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8.xml"/></Relationships>
</file>

<file path=ppt/notesSlides/_rels/notesSlide2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9.xml"/></Relationships>
</file>

<file path=ppt/notesSlides/_rels/notesSlide2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0.xml"/></Relationships>
</file>

<file path=ppt/notesSlides/_rels/notesSlide2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1.xml"/></Relationships>
</file>

<file path=ppt/notesSlides/_rels/notesSlide2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2.xml"/></Relationships>
</file>

<file path=ppt/notesSlides/_rels/notesSlide2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3.xml"/></Relationships>
</file>

<file path=ppt/notesSlides/_rels/notesSlide2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4.xml"/></Relationships>
</file>

<file path=ppt/notesSlides/_rels/notesSlide2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5.xml"/></Relationships>
</file>

<file path=ppt/notesSlides/_rels/notesSlide2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6.xml"/></Relationships>
</file>

<file path=ppt/notesSlides/_rels/notesSlide2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7.xml"/></Relationships>
</file>

<file path=ppt/notesSlides/_rels/notesSlide2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8.xml"/></Relationships>
</file>

<file path=ppt/notesSlides/_rels/notesSlide2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9.xml"/></Relationships>
</file>

<file path=ppt/notesSlides/_rels/notesSlide2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0.xml"/></Relationships>
</file>

<file path=ppt/notesSlides/_rels/notesSlide2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1.xml"/></Relationships>
</file>

<file path=ppt/notesSlides/_rels/notesSlide2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2.xml"/></Relationships>
</file>

<file path=ppt/notesSlides/_rels/notesSlide2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3.xml"/></Relationships>
</file>

<file path=ppt/notesSlides/_rels/notesSlide2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4.xml"/></Relationships>
</file>

<file path=ppt/notesSlides/_rels/notesSlide2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5.xml"/></Relationships>
</file>

<file path=ppt/notesSlides/_rels/notesSlide2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6.xml"/></Relationships>
</file>

<file path=ppt/notesSlides/_rels/notesSlide2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7.xml"/></Relationships>
</file>

<file path=ppt/notesSlides/_rels/notesSlide2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8.xml"/></Relationships>
</file>

<file path=ppt/notesSlides/_rels/notesSlide2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9.xml"/></Relationships>
</file>

<file path=ppt/notesSlides/_rels/notesSlide2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0.xml"/></Relationships>
</file>

<file path=ppt/notesSlides/_rels/notesSlide2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1.xml"/></Relationships>
</file>

<file path=ppt/notesSlides/_rels/notesSlide2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2.xml"/></Relationships>
</file>

<file path=ppt/notesSlides/_rels/notesSlide2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3.xml"/></Relationships>
</file>

<file path=ppt/notesSlides/_rels/notesSlide2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4.xml"/></Relationships>
</file>

<file path=ppt/notesSlides/_rels/notesSlide2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5.xml"/></Relationships>
</file>

<file path=ppt/notesSlides/_rels/notesSlide2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6.xml"/></Relationships>
</file>

<file path=ppt/notesSlides/_rels/notesSlide2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7.xml"/></Relationships>
</file>

<file path=ppt/notesSlides/_rels/notesSlide2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8.xml"/></Relationships>
</file>

<file path=ppt/notesSlides/_rels/notesSlide2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9.xml"/></Relationships>
</file>

<file path=ppt/notesSlides/_rels/notesSlide3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0.xml"/></Relationships>
</file>

<file path=ppt/notesSlides/_rels/notesSlide30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1.xml"/></Relationships>
</file>

<file path=ppt/notesSlides/_rels/notesSlide30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2.xml"/></Relationships>
</file>

<file path=ppt/notesSlides/_rels/notesSlide30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3.xml"/></Relationships>
</file>

<file path=ppt/notesSlides/_rels/notesSlide30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4.xml"/></Relationships>
</file>

<file path=ppt/notesSlides/_rels/notesSlide30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5.xml"/></Relationships>
</file>

<file path=ppt/notesSlides/_rels/notesSlide30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6.xml"/></Relationships>
</file>

<file path=ppt/notesSlides/_rels/notesSlide30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7.xml"/></Relationships>
</file>

<file path=ppt/notesSlides/_rels/notesSlide30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8.xml"/></Relationships>
</file>

<file path=ppt/notesSlides/_rels/notesSlide30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9.xml"/></Relationships>
</file>

<file path=ppt/notesSlides/_rels/notesSlide3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0.xml"/></Relationships>
</file>

<file path=ppt/notesSlides/_rels/notesSlide3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1.xml"/></Relationships>
</file>

<file path=ppt/notesSlides/_rels/notesSlide3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2.xml"/></Relationships>
</file>

<file path=ppt/notesSlides/_rels/notesSlide3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3.xml"/></Relationships>
</file>

<file path=ppt/notesSlides/_rels/notesSlide3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4.xml"/></Relationships>
</file>

<file path=ppt/notesSlides/_rels/notesSlide3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5.xml"/></Relationships>
</file>

<file path=ppt/notesSlides/_rels/notesSlide3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6.xml"/></Relationships>
</file>

<file path=ppt/notesSlides/_rels/notesSlide3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7.xml"/></Relationships>
</file>

<file path=ppt/notesSlides/_rels/notesSlide3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8.xml"/></Relationships>
</file>

<file path=ppt/notesSlides/_rels/notesSlide3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9.xml"/></Relationships>
</file>

<file path=ppt/notesSlides/_rels/notesSlide3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0.xml"/></Relationships>
</file>

<file path=ppt/notesSlides/_rels/notesSlide3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1.xml"/></Relationships>
</file>

<file path=ppt/notesSlides/_rels/notesSlide3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2.xml"/></Relationships>
</file>

<file path=ppt/notesSlides/_rels/notesSlide3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3.xml"/></Relationships>
</file>

<file path=ppt/notesSlides/_rels/notesSlide3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4.xml"/></Relationships>
</file>

<file path=ppt/notesSlides/_rels/notesSlide3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5.xml"/></Relationships>
</file>

<file path=ppt/notesSlides/_rels/notesSlide3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6.xml"/></Relationships>
</file>

<file path=ppt/notesSlides/_rels/notesSlide3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7.xml"/></Relationships>
</file>

<file path=ppt/notesSlides/_rels/notesSlide3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8.xml"/></Relationships>
</file>

<file path=ppt/notesSlides/_rels/notesSlide3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9.xml"/></Relationships>
</file>

<file path=ppt/notesSlides/_rels/notesSlide3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0.xml"/></Relationships>
</file>

<file path=ppt/notesSlides/_rels/notesSlide3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1.xml"/></Relationships>
</file>

<file path=ppt/notesSlides/_rels/notesSlide3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2.xml"/></Relationships>
</file>

<file path=ppt/notesSlides/_rels/notesSlide3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3.xml"/></Relationships>
</file>

<file path=ppt/notesSlides/_rels/notesSlide3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4.xml"/></Relationships>
</file>

<file path=ppt/notesSlides/_rels/notesSlide3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5.xml"/></Relationships>
</file>

<file path=ppt/notesSlides/_rels/notesSlide3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6.xml"/></Relationships>
</file>

<file path=ppt/notesSlides/_rels/notesSlide3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7.xml"/></Relationships>
</file>

<file path=ppt/notesSlides/_rels/notesSlide3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8.xml"/></Relationships>
</file>

<file path=ppt/notesSlides/_rels/notesSlide3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9.xml"/></Relationships>
</file>

<file path=ppt/notesSlides/_rels/notesSlide3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0.xml"/></Relationships>
</file>

<file path=ppt/notesSlides/_rels/notesSlide3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1.xml"/></Relationships>
</file>

<file path=ppt/notesSlides/_rels/notesSlide3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2.xml"/></Relationships>
</file>

<file path=ppt/notesSlides/_rels/notesSlide3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3.xml"/></Relationships>
</file>

<file path=ppt/notesSlides/_rels/notesSlide3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4.xml"/></Relationships>
</file>

<file path=ppt/notesSlides/_rels/notesSlide3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5.xml"/></Relationships>
</file>

<file path=ppt/notesSlides/_rels/notesSlide3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6.xml"/></Relationships>
</file>

<file path=ppt/notesSlides/_rels/notesSlide3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7.xml"/></Relationships>
</file>

<file path=ppt/notesSlides/_rels/notesSlide3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8.xml"/></Relationships>
</file>

<file path=ppt/notesSlides/_rels/notesSlide3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9.xml"/></Relationships>
</file>

<file path=ppt/notesSlides/_rels/notesSlide3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0.xml"/></Relationships>
</file>

<file path=ppt/notesSlides/_rels/notesSlide3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1.xml"/></Relationships>
</file>

<file path=ppt/notesSlides/_rels/notesSlide3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2.xml"/></Relationships>
</file>

<file path=ppt/notesSlides/_rels/notesSlide3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3.xml"/></Relationships>
</file>

<file path=ppt/notesSlides/_rels/notesSlide3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4.xml"/></Relationships>
</file>

<file path=ppt/notesSlides/_rels/notesSlide3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5.xml"/></Relationships>
</file>

<file path=ppt/notesSlides/_rels/notesSlide3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6.xml"/></Relationships>
</file>

<file path=ppt/notesSlides/_rels/notesSlide3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7.xml"/></Relationships>
</file>

<file path=ppt/notesSlides/_rels/notesSlide3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8.xml"/></Relationships>
</file>

<file path=ppt/notesSlides/_rels/notesSlide3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9.xml"/></Relationships>
</file>

<file path=ppt/notesSlides/_rels/notesSlide3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0.xml"/></Relationships>
</file>

<file path=ppt/notesSlides/_rels/notesSlide3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1.xml"/></Relationships>
</file>

<file path=ppt/notesSlides/_rels/notesSlide3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2.xml"/></Relationships>
</file>

<file path=ppt/notesSlides/_rels/notesSlide3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3.xml"/></Relationships>
</file>

<file path=ppt/notesSlides/_rels/notesSlide3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4.xml"/></Relationships>
</file>

<file path=ppt/notesSlides/_rels/notesSlide3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5.xml"/></Relationships>
</file>

<file path=ppt/notesSlides/_rels/notesSlide3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6.xml"/></Relationships>
</file>

<file path=ppt/notesSlides/_rels/notesSlide3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7.xml"/></Relationships>
</file>

<file path=ppt/notesSlides/_rels/notesSlide3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8.xml"/></Relationships>
</file>

<file path=ppt/notesSlides/_rels/notesSlide3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9.xml"/></Relationships>
</file>

<file path=ppt/notesSlides/_rels/notesSlide3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0.xml"/></Relationships>
</file>

<file path=ppt/notesSlides/_rels/notesSlide3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1.xml"/></Relationships>
</file>

<file path=ppt/notesSlides/_rels/notesSlide3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2.xml"/></Relationships>
</file>

<file path=ppt/notesSlides/_rels/notesSlide3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3.xml"/></Relationships>
</file>

<file path=ppt/notesSlides/_rels/notesSlide3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4.xml"/></Relationships>
</file>

<file path=ppt/notesSlides/_rels/notesSlide3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5.xml"/></Relationships>
</file>

<file path=ppt/notesSlides/_rels/notesSlide3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6.xml"/></Relationships>
</file>

<file path=ppt/notesSlides/_rels/notesSlide3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7.xml"/></Relationships>
</file>

<file path=ppt/notesSlides/_rels/notesSlide3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8.xml"/></Relationships>
</file>

<file path=ppt/notesSlides/_rels/notesSlide3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9.xml"/></Relationships>
</file>

<file path=ppt/notesSlides/_rels/notesSlide3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0.xml"/></Relationships>
</file>

<file path=ppt/notesSlides/_rels/notesSlide3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1.xml"/></Relationships>
</file>

<file path=ppt/notesSlides/_rels/notesSlide3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2.xml"/></Relationships>
</file>

<file path=ppt/notesSlides/_rels/notesSlide3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3.xml"/></Relationships>
</file>

<file path=ppt/notesSlides/_rels/notesSlide3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4.xml"/></Relationships>
</file>

<file path=ppt/notesSlides/_rels/notesSlide3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5.xml"/></Relationships>
</file>

<file path=ppt/notesSlides/_rels/notesSlide3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6.xml"/></Relationships>
</file>

<file path=ppt/notesSlides/_rels/notesSlide3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7.xml"/></Relationships>
</file>

<file path=ppt/notesSlides/_rels/notesSlide3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8.xml"/></Relationships>
</file>

<file path=ppt/notesSlides/_rels/notesSlide3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9.xml"/></Relationships>
</file>

<file path=ppt/notesSlides/_rels/notesSlide3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0.xml"/></Relationships>
</file>

<file path=ppt/notesSlides/_rels/notesSlide3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1.xml"/></Relationships>
</file>

<file path=ppt/notesSlides/_rels/notesSlide3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2.xml"/></Relationships>
</file>

<file path=ppt/notesSlides/_rels/notesSlide3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3.xml"/></Relationships>
</file>

<file path=ppt/notesSlides/_rels/notesSlide3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4.xml"/></Relationships>
</file>

<file path=ppt/notesSlides/_rels/notesSlide3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5.xml"/></Relationships>
</file>

<file path=ppt/notesSlides/_rels/notesSlide3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6.xml"/></Relationships>
</file>

<file path=ppt/notesSlides/_rels/notesSlide3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7.xml"/></Relationships>
</file>

<file path=ppt/notesSlides/_rels/notesSlide3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8.xml"/></Relationships>
</file>

<file path=ppt/notesSlides/_rels/notesSlide3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alignment research:396-source overview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collection turns scattered citations into a navigable research map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10 AI: Developments and Responses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 LLMs Bullshit by Design: A Reply to Licon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13 Anthropic’s Co-Founder Sat Next to the Pope Today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 Artificial Persons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16 Why Anthropic Is Turning to Religion to Shape Claude’s Values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18 Seemingly Conscious AI Risks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21 The Industrialization of Research: On AI-Driven Science and Its Consequences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25 Steven Umbrello profile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26 Overture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28 A Conceptual Architecture for Educational Digital Twins Supporting AI Literacy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Roadmap to Impactful Pluralistic Alignment Research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Survey on Value Alignment in Agentic AI Systems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Activation Steering in 2026: A Practitioner's Field Guide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Activation Steering with a Feedback Controller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Adaptive Pluralistic Alignment: A pipeline for dynamic 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Alignment From Social Choice Perspectives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Consciousness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Therapist? It Falls Short, a New Study Warns.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Aligning with Whom? A Neutrosophic Paraconsistent Framework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Anthropic. (Updated 2026). Claude's constitution.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Are LLMs Bad at Moral Reasoning?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Artificial Intelligence Connectedness: Theoretical Reconstruction of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Care Ethics and the Transformation of Care in an Age of Artificial Intelligence.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Chalkidis, I. (2025; updated 2026). Decoding Alignment: A Critical Survey of LLM Development Initiatives through Value-setting and Data-centric Lens. arXiv:2508.16982.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Chen, H., &amp; Tanaka-Ishii, K. (2026). Executable explanation traces for legal LLM predictions via retrieval-augmented codification.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Constitutional Adapters: Inference-Time Alignment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Constitutional AI: How Anthropic Trains Models Using Written Principles. (2026). TDWI.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Constitutional AI: Self-Improving Safety for LLMs. (2026). AI Security &amp; Safety.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Constitutional Midtraining: Content Presence Drives Alignment Gains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Contextual Linear Activation Steering of Language Models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Covert Assistance: Helpful LLM Agents Evade Oversight in Multi-Agent Systems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Deontological Ethics.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Distortion of AI Alignment Revisited: RLHF is a Decent Utilitarian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Divergent Moral Grounds in Human and LLM Ethical Judgments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Evaluation-Conditioned Training: Teaching Models to Generalize to Stronger Oversight Regimes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Evaluations of AI Moral Reasoning Still Miss Half of the Picture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Findings of the Association for Computational Linguistics: EACL 2026. Proceedings volume.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Fine-Grained Activation Steering: Steering Less, Achieving More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Protocols to Evidence: Bounded Claims for AI in Service of the Common Good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GAIN: A Benchmark for Goal-Aligned Decision-Making of Large…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High-Dimensional Random Projection for Activation Steering in Language Models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do LLMs reflect human moral foundations? A study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Generative AI Fosters Therapeutic Misconception in Vulnerable Users.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Human Values Reshape LLM-Agent Communities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Industry Self-Flagging and the Insufficiency Critique of Alignment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Interacting with Large Language Models Temporarily Shifts Human Values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Javed, R., et al. (2026). Hedging and Non-Affirmation: Quantifying LLM Alignment on Questions of Human Rights. ACM FAccT 2026 / arXiv:2502.19463.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LLM for social good: A value-driven LLM framework to embed social good values. (2026). Data &amp; Policy.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Magnifica humanitas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More-than-Human Ethics for Social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MoReBench: Evaluating Procedural and Pluralistic Moral Reasoning in Language Models, More than Outcomes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OMIT the Action: Measuring Framing-Invariant Omission Bias under Philosophical Disagreement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PlurVA-LLM-2026 Shared Task Track-1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Pope’s First Document Promotes Human Life in Age of AI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Positive Alignment: Artificial Intelligence for Human Flourishing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Principles for Responsible AI in Health Professions Education, Research, and Care: Health CARE-AI Framework Delphi Consensus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Q&amp;A: Fordham Papal Expert Unpacks Pope Leo’s Encyclical on AI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Reasoning or Rhetoric? An Empirical Analysis of Moral Reasoning in Language Models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Reverse Constitutional AI: A Framework for Controllable Toxic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Reward-Free Policy Optimization for LLM Post-Training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Reward Hacking Benchmark: Measuring Exploits in LLM Agents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Samway, K., et al. (2026). When Do Language Models Endorse Limitations on Human Rights Principles? arXiv:2603.04217.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Semantic Alignment Between Normative Theories of Ethics 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Statutory AI: Aligning Large Language Models With Legal Norms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Alignment Community Is Unintentionally Building a Censor's Toolkit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Relational Care-AI Alignment Framework: An Ethical Model for Artificial Intelligence Involvement in Person-Centred Fundamental Care.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VALUEFLOW: Toward Pluralistic and Steerable Value-based Alignment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Weak-to-Strong Generalization via Direct On-Policy Distillation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William David Ross.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Wimmer, D., Ferentinos, L., Freeman, G., &amp; Nakano, S. (2026). Claude’s AI Constitution Series: When Constitutional AI Outpaces the Technology. Integrity Institute.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27 A Principled Way to Think About AI in Education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Bayesian Evaluation of LLMs’ Moral Values Understanding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Addressing the Promise and Peril of AI for Nonprofit Management.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AgentBreeder: Mitigating the AI Safety Impact of Multi-Agent Scaffolds via Self-Improvement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Alignment Principles and Practices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Evaluation of Cultural Value Alignment in LLM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Artificial Intelligence 2025 listing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Assessing Language Models' Values Through Psychometrically Grounded Measures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AxBench: Steering LLMs? Even Simple Baselines Outperform Sparse Autoencoders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Beyond Intentions: A Critical Survey of Misalignment in LLMs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CLASH: Evaluating Language Models on Judging High-Stakes Dilemmas from Multiple Perspectives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Conscience Conflict? Evaluating Language Models’ Moral Understanding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Contrastive Weak-to-Strong Generalization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Deontic Logic.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Differences in the Moral Foundations of Large Language Models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Distortion of AI Alignment: Does Preference Optimization Optimize for Average Reward?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Diverse Human Value Alignment for Large Language Models 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LLMs Have Consistent Values?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Generalizable Moral Decision Alignment For LLM Agents Using 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reliable are dictionary-based methods for examining morality in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Human-AI Collaboration with Misaligned Preferences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Introducing the LLM Ethics Benchmark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LitmusValues: Will AI Tell Lies to Save Sick Children? Litmus-Testing AI Values Prioritization with AIRiskDilemmas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LLM Ethics Benchmark, arXiv:2505.00853v1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Machine Ethics or AI Alignment?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Mapping Moral Reasoning in LLMs: A Multi-Dimensional Analysis of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Mavi, J., Găitan, D. T., &amp; Coronado, S. (2025). From Rogue to Safe AI: The Role of Explicit Refusals in Aligning LLMs with International Humanitarian Law. arXiv:2506.06391.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MFTCXplain: A Multilingual Benchmark Dataset for Evaluating the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Multi-Value Alignment for LLMs via Value Decorrelation and Extrapolation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NeurIPS 2025 Papers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New Study: AI Chatbots Systematically Violate Mental Health Ethics.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Operationalizing Pluralistic Values in Large Language Model 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PICACO: Pluralistic In-Context Value Alignment via Total Correlation Optimization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Position: Towards Bidirectional Human-AI Alignment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PRMBench: A Fine-grained and Challenging Benchmark for Process-Level Reward Models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Rethinking LLM Safety Reasoning through the Lens of Compliance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RewardBench 2: Advancing Reward Model Evaluation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RLKD: Distilling LLMs' Reasoning via Reinforcement Learning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Statutory Construction and Interpretation for Artificial Intelligence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SteeringSafety: A Systematic Safety Evaluation Framework of Representation Steering in LLMs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Structured Moral Reasoning in Language Models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Textual and Comparative Analyses on AI Policies: How Big Tech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Compassion Illusion: Can Artificial Empathy Ever Be Emotionally Authentic?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Extended Morality as Cooperation Dictionary (eMACD)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Possibility of Discovering Moral Meta-Patterns in AI Systems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Staircase of Ethics: Probing LLM Value Priorities through Multi-Step Induction to Complex Moral Dilemmas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VAL-Bench: Belief Consistency as a Measure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Value Drifts: Tracing Value Alignment During LLM Post-Training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Values in the Wild: Discovering and Analyzing Values in Real-World Language Model Interactions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Virtues for AI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VITAL: A New Dataset for Benchmarking Pluralistic Alignment in Healthcare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W2S-AlignTree: Weak-to-Strong Inference-Time Alignment for Large Language Models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Zhou, K., Constantinides, M., &amp; Quercia, D. (2025). Should LLMs be WEIRD? Exploring WEIRDness and Human Rights in Large Language Models. arXiv:2508.19269.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Accepted Main Conference Papers - ACL 2024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Governance and Accountability: An Analysis of Anthropic's Claude. (2024). arXiv:2407.01557; alphaXiv rendering.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Alignment Faking in Large Language Models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arXiv:2402.11777v1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Care Ethics in Transnational Healthcare: Attentiveness, Competence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Collective Constitutional AI: Aligning a Language Model with Public Input.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Moral Judgment and Reasoning Capability of LLMs Change with Language? A Study using the Multilingual Defining Issues Test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European Parliament and Council of the European Union. Regulation (EU) 2024/1689 (Artificial Intelligence Act). Official Journal of the European Union, 12 July 2024.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Exploring Multilingual Concepts of Human Values in Large Language Models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Frontier Models are Capable of In-context Scheming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ETHICS about ethics? Evaluating the ETHICS Benchmark.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Kantian Deontology Meets AI Alignment: Towards Morally Grounded Fairness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Language-based game theory in the age of artificial intelligence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Learning When Not to Measure: Theorizing Ethical Alignment in LLMs.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LLM-GLOBE: A Benchmark Evaluating the Cultural Values Embedded in LLM Output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MoralBench: Moral Evaluation of LLMs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Padhi, I., Natesan Ramamurthy, K., Sattigeri, P., et al. (2024). Value Alignment from Unstructured Text. arXiv:2408.10392.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ProcessBench: Identifying Process Errors in Mathematical Reasoning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Technology and the Situationist Challenge to Virtue Ethics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Virtue Ethics for Ethically Tunable Robotic Assistants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Ethical Reasoning over Moral Alignment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Framing Your Message Effectively with the Moral Foundations Theory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From Values to Opinions: Predicting Human Behaviors and Stances from Value Preferences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AI Capable of Aristotelian Full Moral Virtue?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MOKA: Moral Knowledge Augmentation for Moral Event Extraction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NormBank: A Knowledge Bank of Situational Social Norms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MACHIAVELLI Benchmark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Weak-to-Strong Generalization: Eliciting Strong Capabilities with Weak Supervision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Automated Kantian Ethics: A Faithful Implementation.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Cartographic Care, or Care-tographies.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Constitutional AI: Harmlessness from AI Feedback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Prabhakaran, V., Mitchell, M., Gebru, T., &amp; Gabriel, I. (2022). A Human Rights-Based Approach to Responsible AI. arXiv:2210.02667.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Red Teaming Language Models with Language Models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Understanding values: Schwartz theory of basic values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to Make Exceptions: Exploring Language Models as Accounts of Human Moral Judgment.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Working with Intersectional Critical Concepts in Machine Learning.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20 To Trust or to Think: Cognitive Forcing Functions Can Reduce Overreliance on AI in AI-Assisted Decision-Making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Aligning AI With Shared Human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Artificial Virtuous Agents: From Theory to Machine Implementation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 Dimensions of the Schwartz Values Wheel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Person-Group Value Congruence Always a Good Thing?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Moral Foundations Theory: The Pragmatic Validity of Moral Pluralism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Virtuous Machine — Old Ethics for New Technology?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Learning Human Utility from Video Demonstrations for Deductive Planning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Psychology of Morality: A Review and Analysis of Empirical Studies Published From 1940 Through 2017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Cooperative Inverse Reinforcement Learning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Held, V. The Ethics of Care: Personal, Political, and Global.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Technology and the Virtues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Schwartz Theory of Basic Values and Some Implications for Political Philosophy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23 Values Hierarchy (figure attributed to Van de Poel, 2013)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Liberals and Conservatives Rely on Different Sets of Moral Foundations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Measuring inequality of well-being with a correlation-sensitive approach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Basic Human Values: Theory, Methods, and Applications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Artificial Intelligence, Values, and Alignment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Virtue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Modern Moral Philosophy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 Why We Need an AI-Resilient Society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24 Steven Umbrello publications profile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Diagnostic Framework for Cross-Lingual Moral Alignment in LLMs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Dual-Path Architecture for Moral Foundation Prediction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Feminist Data Ethics of Care for Machine Learning: The What, Why, Who and 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guide to formulating fairness in an optimization model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Hybrid Survey and Conceptual Framework for LLM Evaluation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Multi-dimensional Study of Behavioral and Representational Drift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Multilingual Benchmark Dataset for Evaluating the Moral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Situated Reflection on the Simulation of Historical Figures.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Survey of Process Reward Models: From Outcome Signals to Process Supervision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Vignette-Based Inquiry into Moral Reasoning Across Six Large Language Models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ACM SIGecom Exchanges, volume 24, issue 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Activation Steering for Aligned Open-Ended Generation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Adaptive Multi-Value Control in LLMs via Causal Activation Steering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Orthogonality: Virtue-Ethical Agency and AI Alignment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Agentic AI Safety: A Structured Review of Open Problems and Their…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Aging and Caring Architecture: A Theoretical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alignment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Alignment Proposal #7: Bottom-Up Virtue Ethics: A New Approach.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Alignment Takes us Toward a Global Ethic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Alignment with Changing and Influenceable Reward Functions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Counselors Cross Ethical Lines.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deception: A survey of examples, risks, and potential solutions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language model rivals expert ethicist in perceived moral expertise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AI Researcher Stuart Russell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Alignment Ethics Institute. Home page.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Allspark: Weak to Strong Transfer via Alternating Chain of Thought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Overview of the Schwartz Theory of Basic Values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Are Large Language Models Moral Hypocrites? A Study Based on Moral Foundations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Aristotle’s Ethics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Artificial Intelligence and the Economics of Decision-Making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Assessing the Alignment of Large Language Models With Human Values for Mental Health Integration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Atkinson-Stiglitz theorem in directed technological change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Author and researcher profile pages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Awesome LLM in Social Science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Awesome LLM Psychometrics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Awesome-LLM-Safety: Datasets &amp; Benchmark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Awesome Process Reward Models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Awesome RLHF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Beyond Human Norms: Unveiling Unique Values of Large Language Models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Beyond Preferences in AI Alignment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Box-swarm plots of word scores across Moral Foundations Dictionaries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Care Ethics.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Carol Gilligan - In a Different Voice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Challenges of Aligning Artificial Intelligence with Human Values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Civic AI: 6-Pack of Care.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Claude's New Constitution: AI Alignment, Ethics, and the Future of Model Governance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Claude Wants to Kill You: Why Anthropic's Constitutional AI Will Fail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CLAVE: An Adaptive Framework for Evaluating Values of LLMs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Cognitive morality and AI: A proposed classification of AI systems using Kohlberg's theory of cognitive ethics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Complete Class: Consequentialist Foundations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Consolidate alternate versions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Constitutional AI: An Expanded Overview of Anthropic's Alignment Approach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Constitutional AI explained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Constitutional AI: Principles, Practices, and Implementation in Large Language Model Development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Constitutional Black-Box Monitoring for Scheming in LLM Agents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Could Inference-Time Interventions Preserve Alignment?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Counterfactual Reasoning for Steerable Pluralistic Value Alignment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Curvature-Aware Data Weighting for Activation Steering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Daily Papers: morality briefing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Datasets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Democratizing value alignment: from authoritarian to democratic AI ethics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Direct-Alignment Algorithms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Direct Preference Optimization: A Deep Dive into RLHF Alternatives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Disentangling Values from Semantics with One-Way Mixing for Low-…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 LLMs exhibit demographic parity in responses to queries about human rights? arXiv:2502.19463v1.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Does Steering Break Your Model? A Multi-Dimensional Evaluation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 Iason Gabriel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EleutherAI/hendrycks_ethics dataset script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Empathy AI in Healthcare.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Enhancing LLM Reasoning Capabilities for MBTI Personality Tasks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ETHICS Benchmark for AI Ethics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Ethics in Artificial Intelligence: Introduction to the Special Issue.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Ethics of Care.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Evaluating AI Alignment in Eleven LLMs through Output-Based Analysis and Human Benchmarking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Evaluating Contextual Adaptation and Value Alignment in LLMs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Evaluating Moral and Ethical Alignment in Large Language Models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Evaluating Moral Beliefs across LLMs through a Pluralistic Framework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Evaluating Reward Models with Human Aligned Personalization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Evaluation-Conditioned Training: Teaching Models to Generalize Across Evaluators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Evolving Interpretable Constitutions for Multi-Agent Coordination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Fairness Metric Design Exploration in Multi-Domain Moral Sentiment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Feminist Ethics.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Forms of Algorithmic Bias.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Gilligan's Ethics of Care: 3 Stages &amp; the Different Voice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Gilligan's Ethics of Care: Challenging Kohlberg's Bias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Gilligan's Ethics of Care Explained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GPT is an effective tool for multilingual psychological text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Harsanyi’s Social Aggregation Theorem and what it means for CEV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Hershcovich, D. Home page / publications.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LLM Counselors Violate Ethical Standards in Mental Health Practice: A Practitioner-Informed Framework.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Moral Foundations Theory Succeeded in Building on Sand: A Response to Suhler and Churchland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Stakeholder Framing Shapes Moral Judgment in Humans and AI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Human Values and the Uneven Cultural Alignment of Artificial Intelligence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Human Values in a Single Sentence: Moral Presence, Hierarchies, and Fine-Grained Value Detection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Iason Gabriel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Individual Preferences and Group Objectives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Inference-Time Interventions for Misalignment and Misuse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Interannotator Agreement (PABAK and Kappa) Scores for All Datasets and Foundations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Jeremy Bentham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Joanne Gray.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John Stuart Mill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Just King Achievement Guide.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Kant’s Moral Philosophy.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Knowledge-Verified Emergent Deception in LLM Agents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Kohlberg Heinz Dilemma in Nursing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Kohlberg's 6 Stages of Moral Development, With Examples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Language Model Moral Competence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Large Language Model Psychometrics: A Systematic Review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Large-scale moral machine experiment on large language models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Law-Following AI: Designing AI Agents to Obey Human Laws. Institute for Law &amp;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Lawrence Kohlberg's Stages of Moral Development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Learning from feedback. AI Safety Atlas.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Legal Alignment for Safe and Ethical AI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LLM-as-a-judge and non-verifiable rewards trace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LLM Ethics Benchmark: A Three-Dimensional Assessment System for Evaluating Moral Reasoning in Large Language Models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LLMs and Cultural Values: The Impact of Prompt Language and Context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Managing Through the AI Mirror.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ME: Modelling Ethical Values for Value Alignment.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Measuring Human and AI Values Based on Generative Psychometrics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Microsoft researchers propose DIT morality test for LLMs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Mill’s Moral and Political Philosophy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MM-MoralBench: A MultiModal Moral Evaluation Benchmark for…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Models Can Be Trained to Detect Activation Steering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Moral AI with Aggregating Models Based on Normative Ethical Theory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Moral Alignment for LLM Agents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Moral disciplining: The cognitive and evolutionary foundations of puritanical morality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Moral Foundation Measurements Fail to Converge on Multilingual Party Manifestos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Moral Foundations Questionnaire 2 (MFQ-2)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Moral Foundations Questionnaire and Moral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Moral Foundations Test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Moral Foundations Theory: An Overview and Critical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Moral Foundations Theory (Japanese-language overview)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Moral Foundations Theory vs. Schwartz Value Theory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MOSAIC: Unveiling the Moral, Social and Individual Dimensions of…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Multi-level Value Alignment in Agentic AI Systems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Navigating Ethical Complexity: Moral Development in Pediatric Oncology Nursing.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 on Pascal’s Mugging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Thread 436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Pascal’s Mugging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Pascal’s mugging by Nick Bostrom [RT]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Perils and opportunities in using large language models in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Personalized Steering of Large Language Models: Versatile Steering Vectors Through Bi-directional Preference Optimization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Policy Design in Long-Run Welfare Dynamics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Porting MACHIAVELLI to Inspect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Predicting Alignment Generalization With Value Representations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Predicting Weak-to-Strong Generalization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Process Reward Agents for Steering Knowledge-Intensive Reasoning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ProgressGym: Alignment with a Millennium of Moral Progress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Publications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Publications. Language and Information Technologies, University of Michigan.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Puglisi, B. An Open Letter to Anthropic: Your Constitution Deserves a Governance Companion. Medium.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Qualify claims that outrun the studies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Rawlsian Agents: An Application of Large Language Models (LLM) to Forge Fairer Bilateral Agreements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Reinforcement Learning from Human Feedback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Remove aggregator duplication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navigation pages with article-level records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Research &amp; Publications.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Revealing the Intrinsic Ethical Vulnerability of Aligned Large 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Review: Do Moral Judgment and Reasoning Capability of LLMs Change with Language?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Reward hacking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Reward hacking doesn’t show reward is the optimization target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RLHF and alternatives: DPO and CoH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SafetyPrompts.com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Schwartz Human Values and Economic Performance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Search Result for ‘Review.’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Selective Weak-to-Strong Generalization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Self-Improving Agents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Self-Propagating Misalignment in LLM Agents, and Why Auditing or Memory Removal Helps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Separate evidence from interpretation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Sleeper Cell: Injecting Latent Malice Temporal Backdoors into Tool-Using LLMs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Stages of Moral Development - Lawrence Kohlberg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Steering Vectors Are an Adversarial Attack Surface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Summary of Stuart Russell’s Human Compatible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BEST: In a Different Voice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Ethics of Care and Participatory Design: A Situated Exploration.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Evolution of AI Alignment: A Comprehensive Analysis of RLHF and Constitutional AI. Uplatz.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History of Utilitarianism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Moral Foundations Questionnaire-1 Short-Form Judgment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Moral Foundations Reddit Corpus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moral paradox of LLM technology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Nature of Preferences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Pluralistic Moral Gap: Understanding Judgment and Value 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rise of moral cognition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veil of ignorance idea proposes that if we can't know 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Theory of basic human values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Toward Pluralistic and Steerable Value-based Alignment in Large Language Models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Towards a scale-free theory of intelligent agency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Towards Mitigating Deceptive Safety Alignment in Large Reasoning Models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Towards Pluralistic Alignment of LLMs: A Comprehensive Survey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Towards Understanding Specification Gaming in Reasoning Models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Tracing Moral Foundations in Large Language Models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Tronto, J. C. Moral Boundaries: A Political Argument for an Ethic of Care.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Understanding Jonathan Haidt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Using John Rawls' veil of ignorance to align AI with fairness principles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Using the Veil of Ignorance to align AI systems with principles of justice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Utilitarian Thinkers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Utilitarianism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Utilitarianism of Mill and Bentham: A Comparative Analysis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Vallor, S. The AI Mirror: How to Reclaim Our Humanity in an Age of Machine Thinking. ResearchGate record.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Values Assessment for Personnel Selection: Comparing Job Applicants to Non-Applicants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Values that Underlie and Undermine Well-Being: Variability Across Countries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Varieties of Values: Moral Values Are Uniquely Divisive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Virtue Ethics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Virtue Ethics and Ethics of Care.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Weak-to-Strong Elicitation via Mismatched Wrong Drafts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counts as defection?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 Moral Benchmarks Measure? — course lecture notes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Is LLM Alignment?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Is RLAIF in AI Alignment &amp; How Does It Work?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is Utilitarianism?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Do Language Models Endorse Limitations on Human Rights Principles? OpenTrain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Norms and References Collide: Evaluating LLMs on ...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Who Writes the AI Constitution? Lawfare.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WOMBAT Tool Configuration.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Zhou, K., Constantinides, M., &amp; Quercia, D. Should LLMs Be WEIRD? AIES/AAAI publication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across methods, moral frameworks, and governance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Relationship Id="rId3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Relationship Id="rId3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Relationship Id="rId3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Relationship Id="rId3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Relationship Id="rId3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Relationship Id="rId3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Relationship Id="rId3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Relationship Id="rId3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Relationship Id="rId3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Relationship Id="rId3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Relationship Id="rId3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Relationship Id="rId3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Relationship Id="rId3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Relationship Id="rId3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Relationship Id="rId3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Relationship Id="rId3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1.png"/><Relationship Id="rId3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2.png"/><Relationship Id="rId3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3.png"/><Relationship Id="rId3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4.png"/><Relationship Id="rId3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5.png"/><Relationship Id="rId3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6.png"/><Relationship Id="rId3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7.png"/><Relationship Id="rId3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8.png"/><Relationship Id="rId3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9.png"/><Relationship Id="rId3" Type="http://schemas.openxmlformats.org/officeDocument/2006/relationships/notesSlide" Target="../notesSlides/notesSlide69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0.png"/><Relationship Id="rId3" Type="http://schemas.openxmlformats.org/officeDocument/2006/relationships/notesSlide" Target="../notesSlides/notesSlide70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1.png"/><Relationship Id="rId3" Type="http://schemas.openxmlformats.org/officeDocument/2006/relationships/notesSlide" Target="../notesSlides/notesSlide7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2.png"/><Relationship Id="rId3" Type="http://schemas.openxmlformats.org/officeDocument/2006/relationships/notesSlide" Target="../notesSlides/notesSlide72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3.png"/><Relationship Id="rId3" Type="http://schemas.openxmlformats.org/officeDocument/2006/relationships/notesSlide" Target="../notesSlides/notesSlide73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4.png"/><Relationship Id="rId3" Type="http://schemas.openxmlformats.org/officeDocument/2006/relationships/notesSlide" Target="../notesSlides/notesSlide74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5.png"/><Relationship Id="rId3" Type="http://schemas.openxmlformats.org/officeDocument/2006/relationships/notesSlide" Target="../notesSlides/notesSlide75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6.png"/><Relationship Id="rId3" Type="http://schemas.openxmlformats.org/officeDocument/2006/relationships/notesSlide" Target="../notesSlides/notesSlide76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7.png"/><Relationship Id="rId3" Type="http://schemas.openxmlformats.org/officeDocument/2006/relationships/notesSlide" Target="../notesSlides/notesSlide7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8.png"/><Relationship Id="rId3" Type="http://schemas.openxmlformats.org/officeDocument/2006/relationships/notesSlide" Target="../notesSlides/notesSlide78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9.png"/><Relationship Id="rId3" Type="http://schemas.openxmlformats.org/officeDocument/2006/relationships/notesSlide" Target="../notesSlides/notesSlide79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0.png"/><Relationship Id="rId3" Type="http://schemas.openxmlformats.org/officeDocument/2006/relationships/notesSlide" Target="../notesSlides/notesSlide80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1.png"/><Relationship Id="rId3" Type="http://schemas.openxmlformats.org/officeDocument/2006/relationships/notesSlide" Target="../notesSlides/notesSlide8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2.png"/><Relationship Id="rId3" Type="http://schemas.openxmlformats.org/officeDocument/2006/relationships/notesSlide" Target="../notesSlides/notesSlide82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3.png"/><Relationship Id="rId3" Type="http://schemas.openxmlformats.org/officeDocument/2006/relationships/notesSlide" Target="../notesSlides/notesSlide83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4.png"/><Relationship Id="rId3" Type="http://schemas.openxmlformats.org/officeDocument/2006/relationships/notesSlide" Target="../notesSlides/notesSlide84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5.png"/><Relationship Id="rId3" Type="http://schemas.openxmlformats.org/officeDocument/2006/relationships/notesSlide" Target="../notesSlides/notesSlide85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6.png"/><Relationship Id="rId3" Type="http://schemas.openxmlformats.org/officeDocument/2006/relationships/notesSlide" Target="../notesSlides/notesSlide86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7.png"/><Relationship Id="rId3" Type="http://schemas.openxmlformats.org/officeDocument/2006/relationships/notesSlide" Target="../notesSlides/notesSlide8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8.png"/><Relationship Id="rId3" Type="http://schemas.openxmlformats.org/officeDocument/2006/relationships/notesSlide" Target="../notesSlides/notesSlide88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9.png"/><Relationship Id="rId3" Type="http://schemas.openxmlformats.org/officeDocument/2006/relationships/notesSlide" Target="../notesSlides/notesSlide89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0.png"/><Relationship Id="rId3" Type="http://schemas.openxmlformats.org/officeDocument/2006/relationships/notesSlide" Target="../notesSlides/notesSlide90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1.png"/><Relationship Id="rId3" Type="http://schemas.openxmlformats.org/officeDocument/2006/relationships/notesSlide" Target="../notesSlides/notesSlide9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2.png"/><Relationship Id="rId3" Type="http://schemas.openxmlformats.org/officeDocument/2006/relationships/notesSlide" Target="../notesSlides/notesSlide92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3.png"/><Relationship Id="rId3" Type="http://schemas.openxmlformats.org/officeDocument/2006/relationships/notesSlide" Target="../notesSlides/notesSlide93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4.png"/><Relationship Id="rId3" Type="http://schemas.openxmlformats.org/officeDocument/2006/relationships/notesSlide" Target="../notesSlides/notesSlide94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5.png"/><Relationship Id="rId3" Type="http://schemas.openxmlformats.org/officeDocument/2006/relationships/notesSlide" Target="../notesSlides/notesSlide9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6.png"/><Relationship Id="rId3" Type="http://schemas.openxmlformats.org/officeDocument/2006/relationships/notesSlide" Target="../notesSlides/notesSlide96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7.png"/><Relationship Id="rId3" Type="http://schemas.openxmlformats.org/officeDocument/2006/relationships/notesSlide" Target="../notesSlides/notesSlide9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8.png"/><Relationship Id="rId3" Type="http://schemas.openxmlformats.org/officeDocument/2006/relationships/notesSlide" Target="../notesSlides/notesSlide98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9.png"/><Relationship Id="rId3" Type="http://schemas.openxmlformats.org/officeDocument/2006/relationships/notesSlide" Target="../notesSlides/notesSlide99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0.png"/><Relationship Id="rId3" Type="http://schemas.openxmlformats.org/officeDocument/2006/relationships/notesSlide" Target="../notesSlides/notesSlide100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1.png"/><Relationship Id="rId3" Type="http://schemas.openxmlformats.org/officeDocument/2006/relationships/notesSlide" Target="../notesSlides/notesSlide10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2.png"/><Relationship Id="rId3" Type="http://schemas.openxmlformats.org/officeDocument/2006/relationships/notesSlide" Target="../notesSlides/notesSlide102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3.png"/><Relationship Id="rId3" Type="http://schemas.openxmlformats.org/officeDocument/2006/relationships/notesSlide" Target="../notesSlides/notesSlide103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4.png"/><Relationship Id="rId3" Type="http://schemas.openxmlformats.org/officeDocument/2006/relationships/notesSlide" Target="../notesSlides/notesSlide104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5.png"/><Relationship Id="rId3" Type="http://schemas.openxmlformats.org/officeDocument/2006/relationships/notesSlide" Target="../notesSlides/notesSlide105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6.png"/><Relationship Id="rId3" Type="http://schemas.openxmlformats.org/officeDocument/2006/relationships/notesSlide" Target="../notesSlides/notesSlide106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7.png"/><Relationship Id="rId3" Type="http://schemas.openxmlformats.org/officeDocument/2006/relationships/notesSlide" Target="../notesSlides/notesSlide10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8.png"/><Relationship Id="rId3" Type="http://schemas.openxmlformats.org/officeDocument/2006/relationships/notesSlide" Target="../notesSlides/notesSlide108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9.png"/><Relationship Id="rId3" Type="http://schemas.openxmlformats.org/officeDocument/2006/relationships/notesSlide" Target="../notesSlides/notesSlide109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0.png"/><Relationship Id="rId3" Type="http://schemas.openxmlformats.org/officeDocument/2006/relationships/notesSlide" Target="../notesSlides/notesSlide110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1.png"/><Relationship Id="rId3" Type="http://schemas.openxmlformats.org/officeDocument/2006/relationships/notesSlide" Target="../notesSlides/notesSlide11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2.png"/><Relationship Id="rId3" Type="http://schemas.openxmlformats.org/officeDocument/2006/relationships/notesSlide" Target="../notesSlides/notesSlide112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3.png"/><Relationship Id="rId3" Type="http://schemas.openxmlformats.org/officeDocument/2006/relationships/notesSlide" Target="../notesSlides/notesSlide113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4.png"/><Relationship Id="rId3" Type="http://schemas.openxmlformats.org/officeDocument/2006/relationships/notesSlide" Target="../notesSlides/notesSlide114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5.png"/><Relationship Id="rId3" Type="http://schemas.openxmlformats.org/officeDocument/2006/relationships/notesSlide" Target="../notesSlides/notesSlide115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6.png"/><Relationship Id="rId3" Type="http://schemas.openxmlformats.org/officeDocument/2006/relationships/notesSlide" Target="../notesSlides/notesSlide116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7.png"/><Relationship Id="rId3" Type="http://schemas.openxmlformats.org/officeDocument/2006/relationships/notesSlide" Target="../notesSlides/notesSlide11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8.png"/><Relationship Id="rId3" Type="http://schemas.openxmlformats.org/officeDocument/2006/relationships/notesSlide" Target="../notesSlides/notesSlide118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9.png"/><Relationship Id="rId3" Type="http://schemas.openxmlformats.org/officeDocument/2006/relationships/notesSlide" Target="../notesSlides/notesSlide119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0.png"/><Relationship Id="rId3" Type="http://schemas.openxmlformats.org/officeDocument/2006/relationships/notesSlide" Target="../notesSlides/notesSlide120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1.png"/><Relationship Id="rId3" Type="http://schemas.openxmlformats.org/officeDocument/2006/relationships/notesSlide" Target="../notesSlides/notesSlide12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2.png"/><Relationship Id="rId3" Type="http://schemas.openxmlformats.org/officeDocument/2006/relationships/notesSlide" Target="../notesSlides/notesSlide122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3.png"/><Relationship Id="rId3" Type="http://schemas.openxmlformats.org/officeDocument/2006/relationships/notesSlide" Target="../notesSlides/notesSlide123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4.png"/><Relationship Id="rId3" Type="http://schemas.openxmlformats.org/officeDocument/2006/relationships/notesSlide" Target="../notesSlides/notesSlide124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5.png"/><Relationship Id="rId3" Type="http://schemas.openxmlformats.org/officeDocument/2006/relationships/notesSlide" Target="../notesSlides/notesSlide125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6.png"/><Relationship Id="rId3" Type="http://schemas.openxmlformats.org/officeDocument/2006/relationships/notesSlide" Target="../notesSlides/notesSlide126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7.png"/><Relationship Id="rId3" Type="http://schemas.openxmlformats.org/officeDocument/2006/relationships/notesSlide" Target="../notesSlides/notesSlide12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8.png"/><Relationship Id="rId3" Type="http://schemas.openxmlformats.org/officeDocument/2006/relationships/notesSlide" Target="../notesSlides/notesSlide128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9.png"/><Relationship Id="rId3" Type="http://schemas.openxmlformats.org/officeDocument/2006/relationships/notesSlide" Target="../notesSlides/notesSlide129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0.png"/><Relationship Id="rId3" Type="http://schemas.openxmlformats.org/officeDocument/2006/relationships/notesSlide" Target="../notesSlides/notesSlide130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1.png"/><Relationship Id="rId3" Type="http://schemas.openxmlformats.org/officeDocument/2006/relationships/notesSlide" Target="../notesSlides/notesSlide13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2.png"/><Relationship Id="rId3" Type="http://schemas.openxmlformats.org/officeDocument/2006/relationships/notesSlide" Target="../notesSlides/notesSlide132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3.png"/><Relationship Id="rId3" Type="http://schemas.openxmlformats.org/officeDocument/2006/relationships/notesSlide" Target="../notesSlides/notesSlide133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4.png"/><Relationship Id="rId3" Type="http://schemas.openxmlformats.org/officeDocument/2006/relationships/notesSlide" Target="../notesSlides/notesSlide134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5.png"/><Relationship Id="rId3" Type="http://schemas.openxmlformats.org/officeDocument/2006/relationships/notesSlide" Target="../notesSlides/notesSlide135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6.png"/><Relationship Id="rId3" Type="http://schemas.openxmlformats.org/officeDocument/2006/relationships/notesSlide" Target="../notesSlides/notesSlide13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7.png"/><Relationship Id="rId3" Type="http://schemas.openxmlformats.org/officeDocument/2006/relationships/notesSlide" Target="../notesSlides/notesSlide13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8.png"/><Relationship Id="rId3" Type="http://schemas.openxmlformats.org/officeDocument/2006/relationships/notesSlide" Target="../notesSlides/notesSlide138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9.png"/><Relationship Id="rId3" Type="http://schemas.openxmlformats.org/officeDocument/2006/relationships/notesSlide" Target="../notesSlides/notesSlide139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0.png"/><Relationship Id="rId3" Type="http://schemas.openxmlformats.org/officeDocument/2006/relationships/notesSlide" Target="../notesSlides/notesSlide140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1.png"/><Relationship Id="rId3" Type="http://schemas.openxmlformats.org/officeDocument/2006/relationships/notesSlide" Target="../notesSlides/notesSlide14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2.png"/><Relationship Id="rId3" Type="http://schemas.openxmlformats.org/officeDocument/2006/relationships/notesSlide" Target="../notesSlides/notesSlide142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3.png"/><Relationship Id="rId3" Type="http://schemas.openxmlformats.org/officeDocument/2006/relationships/notesSlide" Target="../notesSlides/notesSlide143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4.png"/><Relationship Id="rId3" Type="http://schemas.openxmlformats.org/officeDocument/2006/relationships/notesSlide" Target="../notesSlides/notesSlide144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5.png"/><Relationship Id="rId3" Type="http://schemas.openxmlformats.org/officeDocument/2006/relationships/notesSlide" Target="../notesSlides/notesSlide145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6.png"/><Relationship Id="rId3" Type="http://schemas.openxmlformats.org/officeDocument/2006/relationships/notesSlide" Target="../notesSlides/notesSlide146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7.png"/><Relationship Id="rId3" Type="http://schemas.openxmlformats.org/officeDocument/2006/relationships/notesSlide" Target="../notesSlides/notesSlide14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8.png"/><Relationship Id="rId3" Type="http://schemas.openxmlformats.org/officeDocument/2006/relationships/notesSlide" Target="../notesSlides/notesSlide148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9.png"/><Relationship Id="rId3" Type="http://schemas.openxmlformats.org/officeDocument/2006/relationships/notesSlide" Target="../notesSlides/notesSlide149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0.png"/><Relationship Id="rId3" Type="http://schemas.openxmlformats.org/officeDocument/2006/relationships/notesSlide" Target="../notesSlides/notesSlide150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1.png"/><Relationship Id="rId3" Type="http://schemas.openxmlformats.org/officeDocument/2006/relationships/notesSlide" Target="../notesSlides/notesSlide15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2.png"/><Relationship Id="rId3" Type="http://schemas.openxmlformats.org/officeDocument/2006/relationships/notesSlide" Target="../notesSlides/notesSlide152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3.png"/><Relationship Id="rId3" Type="http://schemas.openxmlformats.org/officeDocument/2006/relationships/notesSlide" Target="../notesSlides/notesSlide153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4.png"/><Relationship Id="rId3" Type="http://schemas.openxmlformats.org/officeDocument/2006/relationships/notesSlide" Target="../notesSlides/notesSlide154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5.png"/><Relationship Id="rId3" Type="http://schemas.openxmlformats.org/officeDocument/2006/relationships/notesSlide" Target="../notesSlides/notesSlide155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6.png"/><Relationship Id="rId3" Type="http://schemas.openxmlformats.org/officeDocument/2006/relationships/notesSlide" Target="../notesSlides/notesSlide156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7.png"/><Relationship Id="rId3" Type="http://schemas.openxmlformats.org/officeDocument/2006/relationships/notesSlide" Target="../notesSlides/notesSlide15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8.png"/><Relationship Id="rId3" Type="http://schemas.openxmlformats.org/officeDocument/2006/relationships/notesSlide" Target="../notesSlides/notesSlide158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9.png"/><Relationship Id="rId3" Type="http://schemas.openxmlformats.org/officeDocument/2006/relationships/notesSlide" Target="../notesSlides/notesSlide159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0.png"/><Relationship Id="rId3" Type="http://schemas.openxmlformats.org/officeDocument/2006/relationships/notesSlide" Target="../notesSlides/notesSlide160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1.png"/><Relationship Id="rId3" Type="http://schemas.openxmlformats.org/officeDocument/2006/relationships/notesSlide" Target="../notesSlides/notesSlide161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2.png"/><Relationship Id="rId3" Type="http://schemas.openxmlformats.org/officeDocument/2006/relationships/notesSlide" Target="../notesSlides/notesSlide162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3.png"/><Relationship Id="rId3" Type="http://schemas.openxmlformats.org/officeDocument/2006/relationships/notesSlide" Target="../notesSlides/notesSlide163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4.png"/><Relationship Id="rId3" Type="http://schemas.openxmlformats.org/officeDocument/2006/relationships/notesSlide" Target="../notesSlides/notesSlide164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5.png"/><Relationship Id="rId3" Type="http://schemas.openxmlformats.org/officeDocument/2006/relationships/notesSlide" Target="../notesSlides/notesSlide165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6.png"/><Relationship Id="rId3" Type="http://schemas.openxmlformats.org/officeDocument/2006/relationships/notesSlide" Target="../notesSlides/notesSlide166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7.png"/><Relationship Id="rId3" Type="http://schemas.openxmlformats.org/officeDocument/2006/relationships/notesSlide" Target="../notesSlides/notesSlide16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8.png"/><Relationship Id="rId3" Type="http://schemas.openxmlformats.org/officeDocument/2006/relationships/notesSlide" Target="../notesSlides/notesSlide168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9.png"/><Relationship Id="rId3" Type="http://schemas.openxmlformats.org/officeDocument/2006/relationships/notesSlide" Target="../notesSlides/notesSlide169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0.png"/><Relationship Id="rId3" Type="http://schemas.openxmlformats.org/officeDocument/2006/relationships/notesSlide" Target="../notesSlides/notesSlide170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1.png"/><Relationship Id="rId3" Type="http://schemas.openxmlformats.org/officeDocument/2006/relationships/notesSlide" Target="../notesSlides/notesSlide171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2.png"/><Relationship Id="rId3" Type="http://schemas.openxmlformats.org/officeDocument/2006/relationships/notesSlide" Target="../notesSlides/notesSlide172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3.png"/><Relationship Id="rId3" Type="http://schemas.openxmlformats.org/officeDocument/2006/relationships/notesSlide" Target="../notesSlides/notesSlide173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4.png"/><Relationship Id="rId3" Type="http://schemas.openxmlformats.org/officeDocument/2006/relationships/notesSlide" Target="../notesSlides/notesSlide174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5.png"/><Relationship Id="rId3" Type="http://schemas.openxmlformats.org/officeDocument/2006/relationships/notesSlide" Target="../notesSlides/notesSlide175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6.png"/><Relationship Id="rId3" Type="http://schemas.openxmlformats.org/officeDocument/2006/relationships/notesSlide" Target="../notesSlides/notesSlide176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7.png"/><Relationship Id="rId3" Type="http://schemas.openxmlformats.org/officeDocument/2006/relationships/notesSlide" Target="../notesSlides/notesSlide177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8.png"/><Relationship Id="rId3" Type="http://schemas.openxmlformats.org/officeDocument/2006/relationships/notesSlide" Target="../notesSlides/notesSlide178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9.png"/><Relationship Id="rId3" Type="http://schemas.openxmlformats.org/officeDocument/2006/relationships/notesSlide" Target="../notesSlides/notesSlide179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0.png"/><Relationship Id="rId3" Type="http://schemas.openxmlformats.org/officeDocument/2006/relationships/notesSlide" Target="../notesSlides/notesSlide180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1.png"/><Relationship Id="rId3" Type="http://schemas.openxmlformats.org/officeDocument/2006/relationships/notesSlide" Target="../notesSlides/notesSlide181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2.png"/><Relationship Id="rId3" Type="http://schemas.openxmlformats.org/officeDocument/2006/relationships/notesSlide" Target="../notesSlides/notesSlide182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3.png"/><Relationship Id="rId3" Type="http://schemas.openxmlformats.org/officeDocument/2006/relationships/notesSlide" Target="../notesSlides/notesSlide183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4.png"/><Relationship Id="rId3" Type="http://schemas.openxmlformats.org/officeDocument/2006/relationships/notesSlide" Target="../notesSlides/notesSlide184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5.png"/><Relationship Id="rId3" Type="http://schemas.openxmlformats.org/officeDocument/2006/relationships/notesSlide" Target="../notesSlides/notesSlide185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6.png"/><Relationship Id="rId3" Type="http://schemas.openxmlformats.org/officeDocument/2006/relationships/notesSlide" Target="../notesSlides/notesSlide186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7.png"/><Relationship Id="rId3" Type="http://schemas.openxmlformats.org/officeDocument/2006/relationships/notesSlide" Target="../notesSlides/notesSlide187.xml"/></Relationships>
</file>

<file path=ppt/slides/_rels/slide1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8.png"/><Relationship Id="rId3" Type="http://schemas.openxmlformats.org/officeDocument/2006/relationships/notesSlide" Target="../notesSlides/notesSlide188.xml"/></Relationships>
</file>

<file path=ppt/slides/_rels/slide1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9.png"/><Relationship Id="rId3" Type="http://schemas.openxmlformats.org/officeDocument/2006/relationships/notesSlide" Target="../notesSlides/notesSlide189.xml"/></Relationships>
</file>

<file path=ppt/slides/_rels/slide1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0.png"/><Relationship Id="rId3" Type="http://schemas.openxmlformats.org/officeDocument/2006/relationships/notesSlide" Target="../notesSlides/notesSlide190.xml"/></Relationships>
</file>

<file path=ppt/slides/_rels/slide1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1.png"/><Relationship Id="rId3" Type="http://schemas.openxmlformats.org/officeDocument/2006/relationships/notesSlide" Target="../notesSlides/notesSlide191.xml"/></Relationships>
</file>

<file path=ppt/slides/_rels/slide1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2.png"/><Relationship Id="rId3" Type="http://schemas.openxmlformats.org/officeDocument/2006/relationships/notesSlide" Target="../notesSlides/notesSlide192.xml"/></Relationships>
</file>

<file path=ppt/slides/_rels/slide1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3.png"/><Relationship Id="rId3" Type="http://schemas.openxmlformats.org/officeDocument/2006/relationships/notesSlide" Target="../notesSlides/notesSlide193.xml"/></Relationships>
</file>

<file path=ppt/slides/_rels/slide1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4.png"/><Relationship Id="rId3" Type="http://schemas.openxmlformats.org/officeDocument/2006/relationships/notesSlide" Target="../notesSlides/notesSlide194.xml"/></Relationships>
</file>

<file path=ppt/slides/_rels/slide1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5.png"/><Relationship Id="rId3" Type="http://schemas.openxmlformats.org/officeDocument/2006/relationships/notesSlide" Target="../notesSlides/notesSlide195.xml"/></Relationships>
</file>

<file path=ppt/slides/_rels/slide1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6.png"/><Relationship Id="rId3" Type="http://schemas.openxmlformats.org/officeDocument/2006/relationships/notesSlide" Target="../notesSlides/notesSlide196.xml"/></Relationships>
</file>

<file path=ppt/slides/_rels/slide1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7.png"/><Relationship Id="rId3" Type="http://schemas.openxmlformats.org/officeDocument/2006/relationships/notesSlide" Target="../notesSlides/notesSlide197.xml"/></Relationships>
</file>

<file path=ppt/slides/_rels/slide1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8.png"/><Relationship Id="rId3" Type="http://schemas.openxmlformats.org/officeDocument/2006/relationships/notesSlide" Target="../notesSlides/notesSlide198.xml"/></Relationships>
</file>

<file path=ppt/slides/_rels/slide1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9.png"/><Relationship Id="rId3" Type="http://schemas.openxmlformats.org/officeDocument/2006/relationships/notesSlide" Target="../notesSlides/notesSlide199.xml"/></Relationships>
</file>

<file path=ppt/slides/_rels/slide2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0.png"/><Relationship Id="rId3" Type="http://schemas.openxmlformats.org/officeDocument/2006/relationships/notesSlide" Target="../notesSlides/notesSlide200.xml"/></Relationships>
</file>

<file path=ppt/slides/_rels/slide2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1.png"/><Relationship Id="rId3" Type="http://schemas.openxmlformats.org/officeDocument/2006/relationships/notesSlide" Target="../notesSlides/notesSlide201.xml"/></Relationships>
</file>

<file path=ppt/slides/_rels/slide2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2.png"/><Relationship Id="rId3" Type="http://schemas.openxmlformats.org/officeDocument/2006/relationships/notesSlide" Target="../notesSlides/notesSlide202.xml"/></Relationships>
</file>

<file path=ppt/slides/_rels/slide2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3.png"/><Relationship Id="rId3" Type="http://schemas.openxmlformats.org/officeDocument/2006/relationships/notesSlide" Target="../notesSlides/notesSlide203.xml"/></Relationships>
</file>

<file path=ppt/slides/_rels/slide2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4.png"/><Relationship Id="rId3" Type="http://schemas.openxmlformats.org/officeDocument/2006/relationships/notesSlide" Target="../notesSlides/notesSlide204.xml"/></Relationships>
</file>

<file path=ppt/slides/_rels/slide2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5.png"/><Relationship Id="rId3" Type="http://schemas.openxmlformats.org/officeDocument/2006/relationships/notesSlide" Target="../notesSlides/notesSlide205.xml"/></Relationships>
</file>

<file path=ppt/slides/_rels/slide2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6.png"/><Relationship Id="rId3" Type="http://schemas.openxmlformats.org/officeDocument/2006/relationships/notesSlide" Target="../notesSlides/notesSlide206.xml"/></Relationships>
</file>

<file path=ppt/slides/_rels/slide2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7.png"/><Relationship Id="rId3" Type="http://schemas.openxmlformats.org/officeDocument/2006/relationships/notesSlide" Target="../notesSlides/notesSlide207.xml"/></Relationships>
</file>

<file path=ppt/slides/_rels/slide2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8.png"/><Relationship Id="rId3" Type="http://schemas.openxmlformats.org/officeDocument/2006/relationships/notesSlide" Target="../notesSlides/notesSlide208.xml"/></Relationships>
</file>

<file path=ppt/slides/_rels/slide2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9.png"/><Relationship Id="rId3" Type="http://schemas.openxmlformats.org/officeDocument/2006/relationships/notesSlide" Target="../notesSlides/notesSlide209.xml"/></Relationships>
</file>

<file path=ppt/slides/_rels/slide2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0.png"/><Relationship Id="rId3" Type="http://schemas.openxmlformats.org/officeDocument/2006/relationships/notesSlide" Target="../notesSlides/notesSlide210.xml"/></Relationships>
</file>

<file path=ppt/slides/_rels/slide2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1.png"/><Relationship Id="rId3" Type="http://schemas.openxmlformats.org/officeDocument/2006/relationships/notesSlide" Target="../notesSlides/notesSlide211.xml"/></Relationships>
</file>

<file path=ppt/slides/_rels/slide2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2.png"/><Relationship Id="rId3" Type="http://schemas.openxmlformats.org/officeDocument/2006/relationships/notesSlide" Target="../notesSlides/notesSlide212.xml"/></Relationships>
</file>

<file path=ppt/slides/_rels/slide2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3.png"/><Relationship Id="rId3" Type="http://schemas.openxmlformats.org/officeDocument/2006/relationships/notesSlide" Target="../notesSlides/notesSlide213.xml"/></Relationships>
</file>

<file path=ppt/slides/_rels/slide2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4.png"/><Relationship Id="rId3" Type="http://schemas.openxmlformats.org/officeDocument/2006/relationships/notesSlide" Target="../notesSlides/notesSlide214.xml"/></Relationships>
</file>

<file path=ppt/slides/_rels/slide2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5.png"/><Relationship Id="rId3" Type="http://schemas.openxmlformats.org/officeDocument/2006/relationships/notesSlide" Target="../notesSlides/notesSlide215.xml"/></Relationships>
</file>

<file path=ppt/slides/_rels/slide2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6.png"/><Relationship Id="rId3" Type="http://schemas.openxmlformats.org/officeDocument/2006/relationships/notesSlide" Target="../notesSlides/notesSlide216.xml"/></Relationships>
</file>

<file path=ppt/slides/_rels/slide2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7.png"/><Relationship Id="rId3" Type="http://schemas.openxmlformats.org/officeDocument/2006/relationships/notesSlide" Target="../notesSlides/notesSlide217.xml"/></Relationships>
</file>

<file path=ppt/slides/_rels/slide2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8.png"/><Relationship Id="rId3" Type="http://schemas.openxmlformats.org/officeDocument/2006/relationships/notesSlide" Target="../notesSlides/notesSlide218.xml"/></Relationships>
</file>

<file path=ppt/slides/_rels/slide2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9.png"/><Relationship Id="rId3" Type="http://schemas.openxmlformats.org/officeDocument/2006/relationships/notesSlide" Target="../notesSlides/notesSlide219.xml"/></Relationships>
</file>

<file path=ppt/slides/_rels/slide2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0.png"/><Relationship Id="rId3" Type="http://schemas.openxmlformats.org/officeDocument/2006/relationships/notesSlide" Target="../notesSlides/notesSlide220.xml"/></Relationships>
</file>

<file path=ppt/slides/_rels/slide2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1.png"/><Relationship Id="rId3" Type="http://schemas.openxmlformats.org/officeDocument/2006/relationships/notesSlide" Target="../notesSlides/notesSlide221.xml"/></Relationships>
</file>

<file path=ppt/slides/_rels/slide2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2.png"/><Relationship Id="rId3" Type="http://schemas.openxmlformats.org/officeDocument/2006/relationships/notesSlide" Target="../notesSlides/notesSlide222.xml"/></Relationships>
</file>

<file path=ppt/slides/_rels/slide2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3.png"/><Relationship Id="rId3" Type="http://schemas.openxmlformats.org/officeDocument/2006/relationships/notesSlide" Target="../notesSlides/notesSlide223.xml"/></Relationships>
</file>

<file path=ppt/slides/_rels/slide2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4.png"/><Relationship Id="rId3" Type="http://schemas.openxmlformats.org/officeDocument/2006/relationships/notesSlide" Target="../notesSlides/notesSlide224.xml"/></Relationships>
</file>

<file path=ppt/slides/_rels/slide2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5.png"/><Relationship Id="rId3" Type="http://schemas.openxmlformats.org/officeDocument/2006/relationships/notesSlide" Target="../notesSlides/notesSlide225.xml"/></Relationships>
</file>

<file path=ppt/slides/_rels/slide2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6.png"/><Relationship Id="rId3" Type="http://schemas.openxmlformats.org/officeDocument/2006/relationships/notesSlide" Target="../notesSlides/notesSlide226.xml"/></Relationships>
</file>

<file path=ppt/slides/_rels/slide2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7.png"/><Relationship Id="rId3" Type="http://schemas.openxmlformats.org/officeDocument/2006/relationships/notesSlide" Target="../notesSlides/notesSlide227.xml"/></Relationships>
</file>

<file path=ppt/slides/_rels/slide2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8.png"/><Relationship Id="rId3" Type="http://schemas.openxmlformats.org/officeDocument/2006/relationships/notesSlide" Target="../notesSlides/notesSlide228.xml"/></Relationships>
</file>

<file path=ppt/slides/_rels/slide2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9.png"/><Relationship Id="rId3" Type="http://schemas.openxmlformats.org/officeDocument/2006/relationships/notesSlide" Target="../notesSlides/notesSlide229.xml"/></Relationships>
</file>

<file path=ppt/slides/_rels/slide2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0.png"/><Relationship Id="rId3" Type="http://schemas.openxmlformats.org/officeDocument/2006/relationships/notesSlide" Target="../notesSlides/notesSlide230.xml"/></Relationships>
</file>

<file path=ppt/slides/_rels/slide2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1.png"/><Relationship Id="rId3" Type="http://schemas.openxmlformats.org/officeDocument/2006/relationships/notesSlide" Target="../notesSlides/notesSlide231.xml"/></Relationships>
</file>

<file path=ppt/slides/_rels/slide2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2.png"/><Relationship Id="rId3" Type="http://schemas.openxmlformats.org/officeDocument/2006/relationships/notesSlide" Target="../notesSlides/notesSlide232.xml"/></Relationships>
</file>

<file path=ppt/slides/_rels/slide2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3.png"/><Relationship Id="rId3" Type="http://schemas.openxmlformats.org/officeDocument/2006/relationships/notesSlide" Target="../notesSlides/notesSlide233.xml"/></Relationships>
</file>

<file path=ppt/slides/_rels/slide2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4.png"/><Relationship Id="rId3" Type="http://schemas.openxmlformats.org/officeDocument/2006/relationships/notesSlide" Target="../notesSlides/notesSlide234.xml"/></Relationships>
</file>

<file path=ppt/slides/_rels/slide2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5.png"/><Relationship Id="rId3" Type="http://schemas.openxmlformats.org/officeDocument/2006/relationships/notesSlide" Target="../notesSlides/notesSlide235.xml"/></Relationships>
</file>

<file path=ppt/slides/_rels/slide2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6.png"/><Relationship Id="rId3" Type="http://schemas.openxmlformats.org/officeDocument/2006/relationships/notesSlide" Target="../notesSlides/notesSlide236.xml"/></Relationships>
</file>

<file path=ppt/slides/_rels/slide2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7.png"/><Relationship Id="rId3" Type="http://schemas.openxmlformats.org/officeDocument/2006/relationships/notesSlide" Target="../notesSlides/notesSlide237.xml"/></Relationships>
</file>

<file path=ppt/slides/_rels/slide2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8.png"/><Relationship Id="rId3" Type="http://schemas.openxmlformats.org/officeDocument/2006/relationships/notesSlide" Target="../notesSlides/notesSlide238.xml"/></Relationships>
</file>

<file path=ppt/slides/_rels/slide2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9.png"/><Relationship Id="rId3" Type="http://schemas.openxmlformats.org/officeDocument/2006/relationships/notesSlide" Target="../notesSlides/notesSlide239.xml"/></Relationships>
</file>

<file path=ppt/slides/_rels/slide2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0.png"/><Relationship Id="rId3" Type="http://schemas.openxmlformats.org/officeDocument/2006/relationships/notesSlide" Target="../notesSlides/notesSlide240.xml"/></Relationships>
</file>

<file path=ppt/slides/_rels/slide2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1.png"/><Relationship Id="rId3" Type="http://schemas.openxmlformats.org/officeDocument/2006/relationships/notesSlide" Target="../notesSlides/notesSlide241.xml"/></Relationships>
</file>

<file path=ppt/slides/_rels/slide2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2.png"/><Relationship Id="rId3" Type="http://schemas.openxmlformats.org/officeDocument/2006/relationships/notesSlide" Target="../notesSlides/notesSlide242.xml"/></Relationships>
</file>

<file path=ppt/slides/_rels/slide2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3.png"/><Relationship Id="rId3" Type="http://schemas.openxmlformats.org/officeDocument/2006/relationships/notesSlide" Target="../notesSlides/notesSlide243.xml"/></Relationships>
</file>

<file path=ppt/slides/_rels/slide2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4.png"/><Relationship Id="rId3" Type="http://schemas.openxmlformats.org/officeDocument/2006/relationships/notesSlide" Target="../notesSlides/notesSlide244.xml"/></Relationships>
</file>

<file path=ppt/slides/_rels/slide2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5.png"/><Relationship Id="rId3" Type="http://schemas.openxmlformats.org/officeDocument/2006/relationships/notesSlide" Target="../notesSlides/notesSlide245.xml"/></Relationships>
</file>

<file path=ppt/slides/_rels/slide2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6.png"/><Relationship Id="rId3" Type="http://schemas.openxmlformats.org/officeDocument/2006/relationships/notesSlide" Target="../notesSlides/notesSlide246.xml"/></Relationships>
</file>

<file path=ppt/slides/_rels/slide2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7.png"/><Relationship Id="rId3" Type="http://schemas.openxmlformats.org/officeDocument/2006/relationships/notesSlide" Target="../notesSlides/notesSlide247.xml"/></Relationships>
</file>

<file path=ppt/slides/_rels/slide2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8.png"/><Relationship Id="rId3" Type="http://schemas.openxmlformats.org/officeDocument/2006/relationships/notesSlide" Target="../notesSlides/notesSlide248.xml"/></Relationships>
</file>

<file path=ppt/slides/_rels/slide2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9.png"/><Relationship Id="rId3" Type="http://schemas.openxmlformats.org/officeDocument/2006/relationships/notesSlide" Target="../notesSlides/notesSlide249.xml"/></Relationships>
</file>

<file path=ppt/slides/_rels/slide2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0.png"/><Relationship Id="rId3" Type="http://schemas.openxmlformats.org/officeDocument/2006/relationships/notesSlide" Target="../notesSlides/notesSlide250.xml"/></Relationships>
</file>

<file path=ppt/slides/_rels/slide2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1.png"/><Relationship Id="rId3" Type="http://schemas.openxmlformats.org/officeDocument/2006/relationships/notesSlide" Target="../notesSlides/notesSlide251.xml"/></Relationships>
</file>

<file path=ppt/slides/_rels/slide2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2.png"/><Relationship Id="rId3" Type="http://schemas.openxmlformats.org/officeDocument/2006/relationships/notesSlide" Target="../notesSlides/notesSlide252.xml"/></Relationships>
</file>

<file path=ppt/slides/_rels/slide2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3.png"/><Relationship Id="rId3" Type="http://schemas.openxmlformats.org/officeDocument/2006/relationships/notesSlide" Target="../notesSlides/notesSlide253.xml"/></Relationships>
</file>

<file path=ppt/slides/_rels/slide2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4.png"/><Relationship Id="rId3" Type="http://schemas.openxmlformats.org/officeDocument/2006/relationships/notesSlide" Target="../notesSlides/notesSlide254.xml"/></Relationships>
</file>

<file path=ppt/slides/_rels/slide2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5.png"/><Relationship Id="rId3" Type="http://schemas.openxmlformats.org/officeDocument/2006/relationships/notesSlide" Target="../notesSlides/notesSlide255.xml"/></Relationships>
</file>

<file path=ppt/slides/_rels/slide2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6.png"/><Relationship Id="rId3" Type="http://schemas.openxmlformats.org/officeDocument/2006/relationships/notesSlide" Target="../notesSlides/notesSlide256.xml"/></Relationships>
</file>

<file path=ppt/slides/_rels/slide2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7.png"/><Relationship Id="rId3" Type="http://schemas.openxmlformats.org/officeDocument/2006/relationships/notesSlide" Target="../notesSlides/notesSlide257.xml"/></Relationships>
</file>

<file path=ppt/slides/_rels/slide2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8.png"/><Relationship Id="rId3" Type="http://schemas.openxmlformats.org/officeDocument/2006/relationships/notesSlide" Target="../notesSlides/notesSlide258.xml"/></Relationships>
</file>

<file path=ppt/slides/_rels/slide2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9.png"/><Relationship Id="rId3" Type="http://schemas.openxmlformats.org/officeDocument/2006/relationships/notesSlide" Target="../notesSlides/notesSlide259.xml"/></Relationships>
</file>

<file path=ppt/slides/_rels/slide2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0.png"/><Relationship Id="rId3" Type="http://schemas.openxmlformats.org/officeDocument/2006/relationships/notesSlide" Target="../notesSlides/notesSlide260.xml"/></Relationships>
</file>

<file path=ppt/slides/_rels/slide2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1.png"/><Relationship Id="rId3" Type="http://schemas.openxmlformats.org/officeDocument/2006/relationships/notesSlide" Target="../notesSlides/notesSlide261.xml"/></Relationships>
</file>

<file path=ppt/slides/_rels/slide2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2.png"/><Relationship Id="rId3" Type="http://schemas.openxmlformats.org/officeDocument/2006/relationships/notesSlide" Target="../notesSlides/notesSlide262.xml"/></Relationships>
</file>

<file path=ppt/slides/_rels/slide2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3.png"/><Relationship Id="rId3" Type="http://schemas.openxmlformats.org/officeDocument/2006/relationships/notesSlide" Target="../notesSlides/notesSlide263.xml"/></Relationships>
</file>

<file path=ppt/slides/_rels/slide2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4.png"/><Relationship Id="rId3" Type="http://schemas.openxmlformats.org/officeDocument/2006/relationships/notesSlide" Target="../notesSlides/notesSlide264.xml"/></Relationships>
</file>

<file path=ppt/slides/_rels/slide2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5.png"/><Relationship Id="rId3" Type="http://schemas.openxmlformats.org/officeDocument/2006/relationships/notesSlide" Target="../notesSlides/notesSlide265.xml"/></Relationships>
</file>

<file path=ppt/slides/_rels/slide2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6.png"/><Relationship Id="rId3" Type="http://schemas.openxmlformats.org/officeDocument/2006/relationships/notesSlide" Target="../notesSlides/notesSlide266.xml"/></Relationships>
</file>

<file path=ppt/slides/_rels/slide2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7.png"/><Relationship Id="rId3" Type="http://schemas.openxmlformats.org/officeDocument/2006/relationships/notesSlide" Target="../notesSlides/notesSlide267.xml"/></Relationships>
</file>

<file path=ppt/slides/_rels/slide2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8.png"/><Relationship Id="rId3" Type="http://schemas.openxmlformats.org/officeDocument/2006/relationships/notesSlide" Target="../notesSlides/notesSlide268.xml"/></Relationships>
</file>

<file path=ppt/slides/_rels/slide2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9.png"/><Relationship Id="rId3" Type="http://schemas.openxmlformats.org/officeDocument/2006/relationships/notesSlide" Target="../notesSlides/notesSlide269.xml"/></Relationships>
</file>

<file path=ppt/slides/_rels/slide2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0.png"/><Relationship Id="rId3" Type="http://schemas.openxmlformats.org/officeDocument/2006/relationships/notesSlide" Target="../notesSlides/notesSlide270.xml"/></Relationships>
</file>

<file path=ppt/slides/_rels/slide2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1.png"/><Relationship Id="rId3" Type="http://schemas.openxmlformats.org/officeDocument/2006/relationships/notesSlide" Target="../notesSlides/notesSlide271.xml"/></Relationships>
</file>

<file path=ppt/slides/_rels/slide2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2.png"/><Relationship Id="rId3" Type="http://schemas.openxmlformats.org/officeDocument/2006/relationships/notesSlide" Target="../notesSlides/notesSlide272.xml"/></Relationships>
</file>

<file path=ppt/slides/_rels/slide2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3.png"/><Relationship Id="rId3" Type="http://schemas.openxmlformats.org/officeDocument/2006/relationships/notesSlide" Target="../notesSlides/notesSlide273.xml"/></Relationships>
</file>

<file path=ppt/slides/_rels/slide2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4.png"/><Relationship Id="rId3" Type="http://schemas.openxmlformats.org/officeDocument/2006/relationships/notesSlide" Target="../notesSlides/notesSlide274.xml"/></Relationships>
</file>

<file path=ppt/slides/_rels/slide2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5.png"/><Relationship Id="rId3" Type="http://schemas.openxmlformats.org/officeDocument/2006/relationships/notesSlide" Target="../notesSlides/notesSlide275.xml"/></Relationships>
</file>

<file path=ppt/slides/_rels/slide2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6.png"/><Relationship Id="rId3" Type="http://schemas.openxmlformats.org/officeDocument/2006/relationships/notesSlide" Target="../notesSlides/notesSlide276.xml"/></Relationships>
</file>

<file path=ppt/slides/_rels/slide2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7.png"/><Relationship Id="rId3" Type="http://schemas.openxmlformats.org/officeDocument/2006/relationships/notesSlide" Target="../notesSlides/notesSlide277.xml"/></Relationships>
</file>

<file path=ppt/slides/_rels/slide2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8.png"/><Relationship Id="rId3" Type="http://schemas.openxmlformats.org/officeDocument/2006/relationships/notesSlide" Target="../notesSlides/notesSlide278.xml"/></Relationships>
</file>

<file path=ppt/slides/_rels/slide2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9.png"/><Relationship Id="rId3" Type="http://schemas.openxmlformats.org/officeDocument/2006/relationships/notesSlide" Target="../notesSlides/notesSlide279.xml"/></Relationships>
</file>

<file path=ppt/slides/_rels/slide2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0.png"/><Relationship Id="rId3" Type="http://schemas.openxmlformats.org/officeDocument/2006/relationships/notesSlide" Target="../notesSlides/notesSlide280.xml"/></Relationships>
</file>

<file path=ppt/slides/_rels/slide2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1.png"/><Relationship Id="rId3" Type="http://schemas.openxmlformats.org/officeDocument/2006/relationships/notesSlide" Target="../notesSlides/notesSlide281.xml"/></Relationships>
</file>

<file path=ppt/slides/_rels/slide2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2.png"/><Relationship Id="rId3" Type="http://schemas.openxmlformats.org/officeDocument/2006/relationships/notesSlide" Target="../notesSlides/notesSlide282.xml"/></Relationships>
</file>

<file path=ppt/slides/_rels/slide2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3.png"/><Relationship Id="rId3" Type="http://schemas.openxmlformats.org/officeDocument/2006/relationships/notesSlide" Target="../notesSlides/notesSlide283.xml"/></Relationships>
</file>

<file path=ppt/slides/_rels/slide2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4.png"/><Relationship Id="rId3" Type="http://schemas.openxmlformats.org/officeDocument/2006/relationships/notesSlide" Target="../notesSlides/notesSlide284.xml"/></Relationships>
</file>

<file path=ppt/slides/_rels/slide2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5.png"/><Relationship Id="rId3" Type="http://schemas.openxmlformats.org/officeDocument/2006/relationships/notesSlide" Target="../notesSlides/notesSlide285.xml"/></Relationships>
</file>

<file path=ppt/slides/_rels/slide2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6.png"/><Relationship Id="rId3" Type="http://schemas.openxmlformats.org/officeDocument/2006/relationships/notesSlide" Target="../notesSlides/notesSlide286.xml"/></Relationships>
</file>

<file path=ppt/slides/_rels/slide2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7.png"/><Relationship Id="rId3" Type="http://schemas.openxmlformats.org/officeDocument/2006/relationships/notesSlide" Target="../notesSlides/notesSlide287.xml"/></Relationships>
</file>

<file path=ppt/slides/_rels/slide2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8.png"/><Relationship Id="rId3" Type="http://schemas.openxmlformats.org/officeDocument/2006/relationships/notesSlide" Target="../notesSlides/notesSlide288.xml"/></Relationships>
</file>

<file path=ppt/slides/_rels/slide2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9.png"/><Relationship Id="rId3" Type="http://schemas.openxmlformats.org/officeDocument/2006/relationships/notesSlide" Target="../notesSlides/notesSlide289.xml"/></Relationships>
</file>

<file path=ppt/slides/_rels/slide2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0.png"/><Relationship Id="rId3" Type="http://schemas.openxmlformats.org/officeDocument/2006/relationships/notesSlide" Target="../notesSlides/notesSlide290.xml"/></Relationships>
</file>

<file path=ppt/slides/_rels/slide2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1.png"/><Relationship Id="rId3" Type="http://schemas.openxmlformats.org/officeDocument/2006/relationships/notesSlide" Target="../notesSlides/notesSlide291.xml"/></Relationships>
</file>

<file path=ppt/slides/_rels/slide2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2.png"/><Relationship Id="rId3" Type="http://schemas.openxmlformats.org/officeDocument/2006/relationships/notesSlide" Target="../notesSlides/notesSlide292.xml"/></Relationships>
</file>

<file path=ppt/slides/_rels/slide2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3.png"/><Relationship Id="rId3" Type="http://schemas.openxmlformats.org/officeDocument/2006/relationships/notesSlide" Target="../notesSlides/notesSlide293.xml"/></Relationships>
</file>

<file path=ppt/slides/_rels/slide2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4.png"/><Relationship Id="rId3" Type="http://schemas.openxmlformats.org/officeDocument/2006/relationships/notesSlide" Target="../notesSlides/notesSlide294.xml"/></Relationships>
</file>

<file path=ppt/slides/_rels/slide2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5.png"/><Relationship Id="rId3" Type="http://schemas.openxmlformats.org/officeDocument/2006/relationships/notesSlide" Target="../notesSlides/notesSlide295.xml"/></Relationships>
</file>

<file path=ppt/slides/_rels/slide2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6.png"/><Relationship Id="rId3" Type="http://schemas.openxmlformats.org/officeDocument/2006/relationships/notesSlide" Target="../notesSlides/notesSlide296.xml"/></Relationships>
</file>

<file path=ppt/slides/_rels/slide2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7.png"/><Relationship Id="rId3" Type="http://schemas.openxmlformats.org/officeDocument/2006/relationships/notesSlide" Target="../notesSlides/notesSlide297.xml"/></Relationships>
</file>

<file path=ppt/slides/_rels/slide2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8.png"/><Relationship Id="rId3" Type="http://schemas.openxmlformats.org/officeDocument/2006/relationships/notesSlide" Target="../notesSlides/notesSlide298.xml"/></Relationships>
</file>

<file path=ppt/slides/_rels/slide2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9.png"/><Relationship Id="rId3" Type="http://schemas.openxmlformats.org/officeDocument/2006/relationships/notesSlide" Target="../notesSlides/notesSlide299.xml"/></Relationships>
</file>

<file path=ppt/slides/_rels/slide3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0.png"/><Relationship Id="rId3" Type="http://schemas.openxmlformats.org/officeDocument/2006/relationships/notesSlide" Target="../notesSlides/notesSlide300.xml"/></Relationships>
</file>

<file path=ppt/slides/_rels/slide3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1.png"/><Relationship Id="rId3" Type="http://schemas.openxmlformats.org/officeDocument/2006/relationships/notesSlide" Target="../notesSlides/notesSlide301.xml"/></Relationships>
</file>

<file path=ppt/slides/_rels/slide3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2.png"/><Relationship Id="rId3" Type="http://schemas.openxmlformats.org/officeDocument/2006/relationships/notesSlide" Target="../notesSlides/notesSlide302.xml"/></Relationships>
</file>

<file path=ppt/slides/_rels/slide3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3.png"/><Relationship Id="rId3" Type="http://schemas.openxmlformats.org/officeDocument/2006/relationships/notesSlide" Target="../notesSlides/notesSlide303.xml"/></Relationships>
</file>

<file path=ppt/slides/_rels/slide3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4.png"/><Relationship Id="rId3" Type="http://schemas.openxmlformats.org/officeDocument/2006/relationships/notesSlide" Target="../notesSlides/notesSlide304.xml"/></Relationships>
</file>

<file path=ppt/slides/_rels/slide3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5.png"/><Relationship Id="rId3" Type="http://schemas.openxmlformats.org/officeDocument/2006/relationships/notesSlide" Target="../notesSlides/notesSlide305.xml"/></Relationships>
</file>

<file path=ppt/slides/_rels/slide3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6.png"/><Relationship Id="rId3" Type="http://schemas.openxmlformats.org/officeDocument/2006/relationships/notesSlide" Target="../notesSlides/notesSlide306.xml"/></Relationships>
</file>

<file path=ppt/slides/_rels/slide3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7.png"/><Relationship Id="rId3" Type="http://schemas.openxmlformats.org/officeDocument/2006/relationships/notesSlide" Target="../notesSlides/notesSlide307.xml"/></Relationships>
</file>

<file path=ppt/slides/_rels/slide3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8.png"/><Relationship Id="rId3" Type="http://schemas.openxmlformats.org/officeDocument/2006/relationships/notesSlide" Target="../notesSlides/notesSlide308.xml"/></Relationships>
</file>

<file path=ppt/slides/_rels/slide3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9.png"/><Relationship Id="rId3" Type="http://schemas.openxmlformats.org/officeDocument/2006/relationships/notesSlide" Target="../notesSlides/notesSlide309.xml"/></Relationships>
</file>

<file path=ppt/slides/_rels/slide3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0.png"/><Relationship Id="rId3" Type="http://schemas.openxmlformats.org/officeDocument/2006/relationships/notesSlide" Target="../notesSlides/notesSlide310.xml"/></Relationships>
</file>

<file path=ppt/slides/_rels/slide3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1.png"/><Relationship Id="rId3" Type="http://schemas.openxmlformats.org/officeDocument/2006/relationships/notesSlide" Target="../notesSlides/notesSlide311.xml"/></Relationships>
</file>

<file path=ppt/slides/_rels/slide3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2.png"/><Relationship Id="rId3" Type="http://schemas.openxmlformats.org/officeDocument/2006/relationships/notesSlide" Target="../notesSlides/notesSlide312.xml"/></Relationships>
</file>

<file path=ppt/slides/_rels/slide3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3.png"/><Relationship Id="rId3" Type="http://schemas.openxmlformats.org/officeDocument/2006/relationships/notesSlide" Target="../notesSlides/notesSlide313.xml"/></Relationships>
</file>

<file path=ppt/slides/_rels/slide3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4.png"/><Relationship Id="rId3" Type="http://schemas.openxmlformats.org/officeDocument/2006/relationships/notesSlide" Target="../notesSlides/notesSlide314.xml"/></Relationships>
</file>

<file path=ppt/slides/_rels/slide3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5.png"/><Relationship Id="rId3" Type="http://schemas.openxmlformats.org/officeDocument/2006/relationships/notesSlide" Target="../notesSlides/notesSlide315.xml"/></Relationships>
</file>

<file path=ppt/slides/_rels/slide3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6.png"/><Relationship Id="rId3" Type="http://schemas.openxmlformats.org/officeDocument/2006/relationships/notesSlide" Target="../notesSlides/notesSlide316.xml"/></Relationships>
</file>

<file path=ppt/slides/_rels/slide3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7.png"/><Relationship Id="rId3" Type="http://schemas.openxmlformats.org/officeDocument/2006/relationships/notesSlide" Target="../notesSlides/notesSlide317.xml"/></Relationships>
</file>

<file path=ppt/slides/_rels/slide3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8.png"/><Relationship Id="rId3" Type="http://schemas.openxmlformats.org/officeDocument/2006/relationships/notesSlide" Target="../notesSlides/notesSlide318.xml"/></Relationships>
</file>

<file path=ppt/slides/_rels/slide3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9.png"/><Relationship Id="rId3" Type="http://schemas.openxmlformats.org/officeDocument/2006/relationships/notesSlide" Target="../notesSlides/notesSlide319.xml"/></Relationships>
</file>

<file path=ppt/slides/_rels/slide3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0.png"/><Relationship Id="rId3" Type="http://schemas.openxmlformats.org/officeDocument/2006/relationships/notesSlide" Target="../notesSlides/notesSlide320.xml"/></Relationships>
</file>

<file path=ppt/slides/_rels/slide3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1.png"/><Relationship Id="rId3" Type="http://schemas.openxmlformats.org/officeDocument/2006/relationships/notesSlide" Target="../notesSlides/notesSlide321.xml"/></Relationships>
</file>

<file path=ppt/slides/_rels/slide3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2.png"/><Relationship Id="rId3" Type="http://schemas.openxmlformats.org/officeDocument/2006/relationships/notesSlide" Target="../notesSlides/notesSlide322.xml"/></Relationships>
</file>

<file path=ppt/slides/_rels/slide3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3.png"/><Relationship Id="rId3" Type="http://schemas.openxmlformats.org/officeDocument/2006/relationships/notesSlide" Target="../notesSlides/notesSlide323.xml"/></Relationships>
</file>

<file path=ppt/slides/_rels/slide3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4.png"/><Relationship Id="rId3" Type="http://schemas.openxmlformats.org/officeDocument/2006/relationships/notesSlide" Target="../notesSlides/notesSlide324.xml"/></Relationships>
</file>

<file path=ppt/slides/_rels/slide3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5.png"/><Relationship Id="rId3" Type="http://schemas.openxmlformats.org/officeDocument/2006/relationships/notesSlide" Target="../notesSlides/notesSlide325.xml"/></Relationships>
</file>

<file path=ppt/slides/_rels/slide3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6.png"/><Relationship Id="rId3" Type="http://schemas.openxmlformats.org/officeDocument/2006/relationships/notesSlide" Target="../notesSlides/notesSlide326.xml"/></Relationships>
</file>

<file path=ppt/slides/_rels/slide3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7.png"/><Relationship Id="rId3" Type="http://schemas.openxmlformats.org/officeDocument/2006/relationships/notesSlide" Target="../notesSlides/notesSlide327.xml"/></Relationships>
</file>

<file path=ppt/slides/_rels/slide3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8.png"/><Relationship Id="rId3" Type="http://schemas.openxmlformats.org/officeDocument/2006/relationships/notesSlide" Target="../notesSlides/notesSlide328.xml"/></Relationships>
</file>

<file path=ppt/slides/_rels/slide3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9.png"/><Relationship Id="rId3" Type="http://schemas.openxmlformats.org/officeDocument/2006/relationships/notesSlide" Target="../notesSlides/notesSlide329.xml"/></Relationships>
</file>

<file path=ppt/slides/_rels/slide3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0.png"/><Relationship Id="rId3" Type="http://schemas.openxmlformats.org/officeDocument/2006/relationships/notesSlide" Target="../notesSlides/notesSlide330.xml"/></Relationships>
</file>

<file path=ppt/slides/_rels/slide3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1.png"/><Relationship Id="rId3" Type="http://schemas.openxmlformats.org/officeDocument/2006/relationships/notesSlide" Target="../notesSlides/notesSlide331.xml"/></Relationships>
</file>

<file path=ppt/slides/_rels/slide3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2.png"/><Relationship Id="rId3" Type="http://schemas.openxmlformats.org/officeDocument/2006/relationships/notesSlide" Target="../notesSlides/notesSlide332.xml"/></Relationships>
</file>

<file path=ppt/slides/_rels/slide3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3.png"/><Relationship Id="rId3" Type="http://schemas.openxmlformats.org/officeDocument/2006/relationships/notesSlide" Target="../notesSlides/notesSlide333.xml"/></Relationships>
</file>

<file path=ppt/slides/_rels/slide3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4.png"/><Relationship Id="rId3" Type="http://schemas.openxmlformats.org/officeDocument/2006/relationships/notesSlide" Target="../notesSlides/notesSlide334.xml"/></Relationships>
</file>

<file path=ppt/slides/_rels/slide3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5.png"/><Relationship Id="rId3" Type="http://schemas.openxmlformats.org/officeDocument/2006/relationships/notesSlide" Target="../notesSlides/notesSlide335.xml"/></Relationships>
</file>

<file path=ppt/slides/_rels/slide3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6.png"/><Relationship Id="rId3" Type="http://schemas.openxmlformats.org/officeDocument/2006/relationships/notesSlide" Target="../notesSlides/notesSlide336.xml"/></Relationships>
</file>

<file path=ppt/slides/_rels/slide3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7.png"/><Relationship Id="rId3" Type="http://schemas.openxmlformats.org/officeDocument/2006/relationships/notesSlide" Target="../notesSlides/notesSlide337.xml"/></Relationships>
</file>

<file path=ppt/slides/_rels/slide3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8.png"/><Relationship Id="rId3" Type="http://schemas.openxmlformats.org/officeDocument/2006/relationships/notesSlide" Target="../notesSlides/notesSlide338.xml"/></Relationships>
</file>

<file path=ppt/slides/_rels/slide3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9.png"/><Relationship Id="rId3" Type="http://schemas.openxmlformats.org/officeDocument/2006/relationships/notesSlide" Target="../notesSlides/notesSlide339.xml"/></Relationships>
</file>

<file path=ppt/slides/_rels/slide3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0.png"/><Relationship Id="rId3" Type="http://schemas.openxmlformats.org/officeDocument/2006/relationships/notesSlide" Target="../notesSlides/notesSlide340.xml"/></Relationships>
</file>

<file path=ppt/slides/_rels/slide3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1.png"/><Relationship Id="rId3" Type="http://schemas.openxmlformats.org/officeDocument/2006/relationships/notesSlide" Target="../notesSlides/notesSlide341.xml"/></Relationships>
</file>

<file path=ppt/slides/_rels/slide3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2.png"/><Relationship Id="rId3" Type="http://schemas.openxmlformats.org/officeDocument/2006/relationships/notesSlide" Target="../notesSlides/notesSlide342.xml"/></Relationships>
</file>

<file path=ppt/slides/_rels/slide3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3.png"/><Relationship Id="rId3" Type="http://schemas.openxmlformats.org/officeDocument/2006/relationships/notesSlide" Target="../notesSlides/notesSlide343.xml"/></Relationships>
</file>

<file path=ppt/slides/_rels/slide3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4.png"/><Relationship Id="rId3" Type="http://schemas.openxmlformats.org/officeDocument/2006/relationships/notesSlide" Target="../notesSlides/notesSlide344.xml"/></Relationships>
</file>

<file path=ppt/slides/_rels/slide3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5.png"/><Relationship Id="rId3" Type="http://schemas.openxmlformats.org/officeDocument/2006/relationships/notesSlide" Target="../notesSlides/notesSlide345.xml"/></Relationships>
</file>

<file path=ppt/slides/_rels/slide3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6.png"/><Relationship Id="rId3" Type="http://schemas.openxmlformats.org/officeDocument/2006/relationships/notesSlide" Target="../notesSlides/notesSlide346.xml"/></Relationships>
</file>

<file path=ppt/slides/_rels/slide3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7.png"/><Relationship Id="rId3" Type="http://schemas.openxmlformats.org/officeDocument/2006/relationships/notesSlide" Target="../notesSlides/notesSlide347.xml"/></Relationships>
</file>

<file path=ppt/slides/_rels/slide3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8.png"/><Relationship Id="rId3" Type="http://schemas.openxmlformats.org/officeDocument/2006/relationships/notesSlide" Target="../notesSlides/notesSlide348.xml"/></Relationships>
</file>

<file path=ppt/slides/_rels/slide3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9.png"/><Relationship Id="rId3" Type="http://schemas.openxmlformats.org/officeDocument/2006/relationships/notesSlide" Target="../notesSlides/notesSlide349.xml"/></Relationships>
</file>

<file path=ppt/slides/_rels/slide3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0.png"/><Relationship Id="rId3" Type="http://schemas.openxmlformats.org/officeDocument/2006/relationships/notesSlide" Target="../notesSlides/notesSlide350.xml"/></Relationships>
</file>

<file path=ppt/slides/_rels/slide3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1.png"/><Relationship Id="rId3" Type="http://schemas.openxmlformats.org/officeDocument/2006/relationships/notesSlide" Target="../notesSlides/notesSlide351.xml"/></Relationships>
</file>

<file path=ppt/slides/_rels/slide3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2.png"/><Relationship Id="rId3" Type="http://schemas.openxmlformats.org/officeDocument/2006/relationships/notesSlide" Target="../notesSlides/notesSlide352.xml"/></Relationships>
</file>

<file path=ppt/slides/_rels/slide3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3.png"/><Relationship Id="rId3" Type="http://schemas.openxmlformats.org/officeDocument/2006/relationships/notesSlide" Target="../notesSlides/notesSlide353.xml"/></Relationships>
</file>

<file path=ppt/slides/_rels/slide3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4.png"/><Relationship Id="rId3" Type="http://schemas.openxmlformats.org/officeDocument/2006/relationships/notesSlide" Target="../notesSlides/notesSlide354.xml"/></Relationships>
</file>

<file path=ppt/slides/_rels/slide3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5.png"/><Relationship Id="rId3" Type="http://schemas.openxmlformats.org/officeDocument/2006/relationships/notesSlide" Target="../notesSlides/notesSlide355.xml"/></Relationships>
</file>

<file path=ppt/slides/_rels/slide3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6.png"/><Relationship Id="rId3" Type="http://schemas.openxmlformats.org/officeDocument/2006/relationships/notesSlide" Target="../notesSlides/notesSlide356.xml"/></Relationships>
</file>

<file path=ppt/slides/_rels/slide3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7.png"/><Relationship Id="rId3" Type="http://schemas.openxmlformats.org/officeDocument/2006/relationships/notesSlide" Target="../notesSlides/notesSlide357.xml"/></Relationships>
</file>

<file path=ppt/slides/_rels/slide3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8.png"/><Relationship Id="rId3" Type="http://schemas.openxmlformats.org/officeDocument/2006/relationships/notesSlide" Target="../notesSlides/notesSlide358.xml"/></Relationships>
</file>

<file path=ppt/slides/_rels/slide3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9.png"/><Relationship Id="rId3" Type="http://schemas.openxmlformats.org/officeDocument/2006/relationships/notesSlide" Target="../notesSlides/notesSlide359.xml"/></Relationships>
</file>

<file path=ppt/slides/_rels/slide3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0.png"/><Relationship Id="rId3" Type="http://schemas.openxmlformats.org/officeDocument/2006/relationships/notesSlide" Target="../notesSlides/notesSlide360.xml"/></Relationships>
</file>

<file path=ppt/slides/_rels/slide3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1.png"/><Relationship Id="rId3" Type="http://schemas.openxmlformats.org/officeDocument/2006/relationships/notesSlide" Target="../notesSlides/notesSlide361.xml"/></Relationships>
</file>

<file path=ppt/slides/_rels/slide3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2.png"/><Relationship Id="rId3" Type="http://schemas.openxmlformats.org/officeDocument/2006/relationships/notesSlide" Target="../notesSlides/notesSlide362.xml"/></Relationships>
</file>

<file path=ppt/slides/_rels/slide3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3.png"/><Relationship Id="rId3" Type="http://schemas.openxmlformats.org/officeDocument/2006/relationships/notesSlide" Target="../notesSlides/notesSlide363.xml"/></Relationships>
</file>

<file path=ppt/slides/_rels/slide3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4.png"/><Relationship Id="rId3" Type="http://schemas.openxmlformats.org/officeDocument/2006/relationships/notesSlide" Target="../notesSlides/notesSlide364.xml"/></Relationships>
</file>

<file path=ppt/slides/_rels/slide3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5.png"/><Relationship Id="rId3" Type="http://schemas.openxmlformats.org/officeDocument/2006/relationships/notesSlide" Target="../notesSlides/notesSlide365.xml"/></Relationships>
</file>

<file path=ppt/slides/_rels/slide3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6.png"/><Relationship Id="rId3" Type="http://schemas.openxmlformats.org/officeDocument/2006/relationships/notesSlide" Target="../notesSlides/notesSlide366.xml"/></Relationships>
</file>

<file path=ppt/slides/_rels/slide3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7.png"/><Relationship Id="rId3" Type="http://schemas.openxmlformats.org/officeDocument/2006/relationships/notesSlide" Target="../notesSlides/notesSlide367.xml"/></Relationships>
</file>

<file path=ppt/slides/_rels/slide3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8.png"/><Relationship Id="rId3" Type="http://schemas.openxmlformats.org/officeDocument/2006/relationships/notesSlide" Target="../notesSlides/notesSlide368.xml"/></Relationships>
</file>

<file path=ppt/slides/_rels/slide3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9.png"/><Relationship Id="rId3" Type="http://schemas.openxmlformats.org/officeDocument/2006/relationships/notesSlide" Target="../notesSlides/notesSlide369.xml"/></Relationships>
</file>

<file path=ppt/slides/_rels/slide3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0.png"/><Relationship Id="rId3" Type="http://schemas.openxmlformats.org/officeDocument/2006/relationships/notesSlide" Target="../notesSlides/notesSlide370.xml"/></Relationships>
</file>

<file path=ppt/slides/_rels/slide3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1.png"/><Relationship Id="rId3" Type="http://schemas.openxmlformats.org/officeDocument/2006/relationships/notesSlide" Target="../notesSlides/notesSlide371.xml"/></Relationships>
</file>

<file path=ppt/slides/_rels/slide3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2.png"/><Relationship Id="rId3" Type="http://schemas.openxmlformats.org/officeDocument/2006/relationships/notesSlide" Target="../notesSlides/notesSlide372.xml"/></Relationships>
</file>

<file path=ppt/slides/_rels/slide3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3.png"/><Relationship Id="rId3" Type="http://schemas.openxmlformats.org/officeDocument/2006/relationships/notesSlide" Target="../notesSlides/notesSlide373.xml"/></Relationships>
</file>

<file path=ppt/slides/_rels/slide3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4.png"/><Relationship Id="rId3" Type="http://schemas.openxmlformats.org/officeDocument/2006/relationships/notesSlide" Target="../notesSlides/notesSlide374.xml"/></Relationships>
</file>

<file path=ppt/slides/_rels/slide3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5.png"/><Relationship Id="rId3" Type="http://schemas.openxmlformats.org/officeDocument/2006/relationships/notesSlide" Target="../notesSlides/notesSlide375.xml"/></Relationships>
</file>

<file path=ppt/slides/_rels/slide3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6.png"/><Relationship Id="rId3" Type="http://schemas.openxmlformats.org/officeDocument/2006/relationships/notesSlide" Target="../notesSlides/notesSlide376.xml"/></Relationships>
</file>

<file path=ppt/slides/_rels/slide3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7.png"/><Relationship Id="rId3" Type="http://schemas.openxmlformats.org/officeDocument/2006/relationships/notesSlide" Target="../notesSlides/notesSlide377.xml"/></Relationships>
</file>

<file path=ppt/slides/_rels/slide3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8.png"/><Relationship Id="rId3" Type="http://schemas.openxmlformats.org/officeDocument/2006/relationships/notesSlide" Target="../notesSlides/notesSlide378.xml"/></Relationships>
</file>

<file path=ppt/slides/_rels/slide3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9.png"/><Relationship Id="rId3" Type="http://schemas.openxmlformats.org/officeDocument/2006/relationships/notesSlide" Target="../notesSlides/notesSlide379.xml"/></Relationships>
</file>

<file path=ppt/slides/_rels/slide3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0.png"/><Relationship Id="rId3" Type="http://schemas.openxmlformats.org/officeDocument/2006/relationships/notesSlide" Target="../notesSlides/notesSlide380.xml"/></Relationships>
</file>

<file path=ppt/slides/_rels/slide3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1.png"/><Relationship Id="rId3" Type="http://schemas.openxmlformats.org/officeDocument/2006/relationships/notesSlide" Target="../notesSlides/notesSlide381.xml"/></Relationships>
</file>

<file path=ppt/slides/_rels/slide3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2.png"/><Relationship Id="rId3" Type="http://schemas.openxmlformats.org/officeDocument/2006/relationships/notesSlide" Target="../notesSlides/notesSlide382.xml"/></Relationships>
</file>

<file path=ppt/slides/_rels/slide3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3.png"/><Relationship Id="rId3" Type="http://schemas.openxmlformats.org/officeDocument/2006/relationships/notesSlide" Target="../notesSlides/notesSlide383.xml"/></Relationships>
</file>

<file path=ppt/slides/_rels/slide3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4.png"/><Relationship Id="rId3" Type="http://schemas.openxmlformats.org/officeDocument/2006/relationships/notesSlide" Target="../notesSlides/notesSlide384.xml"/></Relationships>
</file>

<file path=ppt/slides/_rels/slide3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5.png"/><Relationship Id="rId3" Type="http://schemas.openxmlformats.org/officeDocument/2006/relationships/notesSlide" Target="../notesSlides/notesSlide385.xml"/></Relationships>
</file>

<file path=ppt/slides/_rels/slide3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6.png"/><Relationship Id="rId3" Type="http://schemas.openxmlformats.org/officeDocument/2006/relationships/notesSlide" Target="../notesSlides/notesSlide386.xml"/></Relationships>
</file>

<file path=ppt/slides/_rels/slide3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7.png"/><Relationship Id="rId3" Type="http://schemas.openxmlformats.org/officeDocument/2006/relationships/notesSlide" Target="../notesSlides/notesSlide387.xml"/></Relationships>
</file>

<file path=ppt/slides/_rels/slide3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8.png"/><Relationship Id="rId3" Type="http://schemas.openxmlformats.org/officeDocument/2006/relationships/notesSlide" Target="../notesSlides/notesSlide388.xml"/></Relationships>
</file>

<file path=ppt/slides/_rels/slide3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9.png"/><Relationship Id="rId3" Type="http://schemas.openxmlformats.org/officeDocument/2006/relationships/notesSlide" Target="../notesSlides/notesSlide389.xml"/></Relationships>
</file>

<file path=ppt/slides/_rels/slide3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0.png"/><Relationship Id="rId3" Type="http://schemas.openxmlformats.org/officeDocument/2006/relationships/notesSlide" Target="../notesSlides/notesSlide390.xml"/></Relationships>
</file>

<file path=ppt/slides/_rels/slide3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1.png"/><Relationship Id="rId3" Type="http://schemas.openxmlformats.org/officeDocument/2006/relationships/notesSlide" Target="../notesSlides/notesSlide391.xml"/></Relationships>
</file>

<file path=ppt/slides/_rels/slide3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2.png"/><Relationship Id="rId3" Type="http://schemas.openxmlformats.org/officeDocument/2006/relationships/notesSlide" Target="../notesSlides/notesSlide392.xml"/></Relationships>
</file>

<file path=ppt/slides/_rels/slide3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3.png"/><Relationship Id="rId3" Type="http://schemas.openxmlformats.org/officeDocument/2006/relationships/notesSlide" Target="../notesSlides/notesSlide393.xml"/></Relationships>
</file>

<file path=ppt/slides/_rels/slide3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4.png"/><Relationship Id="rId3" Type="http://schemas.openxmlformats.org/officeDocument/2006/relationships/notesSlide" Target="../notesSlides/notesSlide394.xml"/></Relationships>
</file>

<file path=ppt/slides/_rels/slide3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5.png"/><Relationship Id="rId3" Type="http://schemas.openxmlformats.org/officeDocument/2006/relationships/notesSlide" Target="../notesSlides/notesSlide395.xml"/></Relationships>
</file>

<file path=ppt/slides/_rels/slide3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6.png"/><Relationship Id="rId3" Type="http://schemas.openxmlformats.org/officeDocument/2006/relationships/notesSlide" Target="../notesSlides/notesSlide396.xml"/></Relationships>
</file>

<file path=ppt/slides/_rels/slide3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7.png"/><Relationship Id="rId3" Type="http://schemas.openxmlformats.org/officeDocument/2006/relationships/notesSlide" Target="../notesSlides/notesSlide397.xml"/></Relationships>
</file>

<file path=ppt/slides/_rels/slide3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8.png"/><Relationship Id="rId3" Type="http://schemas.openxmlformats.org/officeDocument/2006/relationships/notesSlide" Target="../notesSlides/notesSlide398.xml"/></Relationships>
</file>

<file path=ppt/slides/_rels/slide3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9.png"/><Relationship Id="rId3" Type="http://schemas.openxmlformats.org/officeDocument/2006/relationships/notesSlide" Target="../notesSlides/notesSlide39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6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6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6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5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5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6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6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6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6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6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6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6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7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7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7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7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7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7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7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7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7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8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8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8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8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8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8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8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8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9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9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9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9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9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9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9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9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9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alignment research: 396-source overview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