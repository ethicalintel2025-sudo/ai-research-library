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aretaic turn in artificial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and utility each fail differently in open worlds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Character changes the unit of alignment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golden mean is calibrated judgment, not moderation by formula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Digital-era virtue is a portfolio, not one score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Machine learning resembles habituation more than rule following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manner of action becomes part of the objective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Functional virtue is plausible; full moral agency remains contested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ETHICS operationalizes moral competence but not moral character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Cultivate stable dispositions, then test them under context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aretaic turn in artificial intelligence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