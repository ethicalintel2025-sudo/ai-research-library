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alignment through Magnifica Humanitas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insufficient when target values are privately chosen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safety can be brittle rather than morally integrated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can reward agreement over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immediate risk is simulated personhood, not proven consciousness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RISE translates principles into bounded governance claims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is also a political-economy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 science can separate competence from comprehension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friction preserves human agency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systems to human dignity, public accountability, and shared power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alignment through Magnifica Humanitas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