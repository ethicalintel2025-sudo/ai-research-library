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maturation of value alignment in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becoming a layered engineering discipline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Supervised fine-tuning sets the value 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systems need pluralistic alignment, not one fixed worldview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models are moving inside the reasoning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 supervision works when strong models can challenge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systems can adaptively evade oversight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Positive law can outperform broad constitutional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Inference-time steering is both a safeguard and a censorship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Mature alignment must connect data, oversight, law, and 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maturation of value alignment in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