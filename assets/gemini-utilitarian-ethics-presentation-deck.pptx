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Utilitarian ethics in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Utility changed from pleasure to preferences that machines can rank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utility makes moral aims computationally legible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easiest target to measure may be the wrong target to optimize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Knowing moral language is not the same as behaving morally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RLHF turns many judgments into one utility signal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reward vector can hide the people it averages 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Uncertainty about human utility can make an agent more corrigible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Pure utility breaks where probability, preferences, and power become unstable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utilitarianism as the engine, not the constitution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Utilitarian ethics in artificial intelligence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