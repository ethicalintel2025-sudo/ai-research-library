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structural alignment of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a question of motivational priorities, not only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circumplex makes conflict and compatibility visible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Nineteen sub-values add the resolution needed for computation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four-stage pipeline turns values into an auditable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Benchmarking now tests values in generated behavior, not only questionnaires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Schwartz covers the motivational field that moral foundations leave outside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models converge on a safety-shaped value 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Anchoring a model to one value can reveal the whole human-like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Pluralistic alignment becomes three concrete operating modes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alignment as a managed structure of trade-offs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structural alignment of artificial intelligence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