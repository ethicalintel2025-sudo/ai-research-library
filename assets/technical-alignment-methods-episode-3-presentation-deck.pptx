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technical alignment: the research frontier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frontier is a stack of coupled uncertainties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success can conceal objective mismatch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Deceptive behavior has moved from theory to controlled demonstrations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Corrigibility is a bundle of incentives, not an off switch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can generalize faster than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learning should preserve uncertainty and invite correction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becomes institutional in multi-agent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Mechanistic insight helps only when it predicts and survives intervention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guarantees relocate assumptions; they do not remove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cases connect technical evidence to deployment claims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Assurance needs layered controls across the lifecycle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disagreements define the research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advanced problem is not making models look aligned. It is keeping evidence, incentives, and control aligned when systems know more, act longer, and interact with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technical alignment: the research frontier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