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alignment: From model behavior to legitimate institutions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asks whether optimized behavior remains answerable to human purposes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research traditions describe the same coordination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has become abundant. Warranted trust has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Misalignment appears in five distinct failure families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between a proxy and a purpose is where optimization finds loopholes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Outer and inner alignment fail at different links in the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capability can improve compliance and increase the cost of a miss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alignment claim needs five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are plural, contextual, and contested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purposes are compressed at every step before they become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Uncertainty about human preferences can be a safety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RLHF converts demonstrations and rankings into a learned behavioral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feedback aligns to a measurement process—not to humanity in the 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Principles make normative choices more explicit—and shift the oversight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alignment method dominates every dimension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Oversight must scale with the difficulty of judging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Behavioral compliance is not evidence about internal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must probe capabilities, propensities, and safeguards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can condition behavior on whether they believe they are being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use, memory, and autonomy turn output errors into action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a stack—not a model property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NIST converts values into a continuous risk-management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 grounds alignment in rights, duties, and accountable institutions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Legitimate alignment needs voice, contestability, and remedy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Participation must shape the objective—not merely validate a finished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 the whole chain from stated values to lived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research frontier is moving from static assistants to adaptive institutions and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credible alignment program produces evidence at every lifecycle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the intervention to the failure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questions can organize an interdisciplinary alignment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the practice of keeping power answerable to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Values alignment: From model behavior to legitimate institutions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