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of artificial morality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judgment starts as intuition; culture edits the weighting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foundations form two moral operating modes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Measurement improves when equality and proportionality separate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measurement became a computational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families reveal distinct—and sometimes unstable—moral signatures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Human-feedback tuning can become a moral bottleneck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appear to separate what happened from how it should be valued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credible benchmark must test coverage, stability, and steerability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goal is not one machine morality, but transparent navigation across moral worlds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architecture of artificial morality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