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Moral alignment benchmarks are moving beyond compliance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compliant answer can conceal an unaligned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benchmark vulnerabilities create false confidence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moral theory cannot map a model’s moral behavior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field is testing the reasoning path, not just the endpoint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Models often exhibit value frequencies, not stable value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tuning creates an artificial moral compass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Deliberation can dissolve individual guardrails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robust benchmark program must test five layers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 alignment by process, structure, context, and pluralism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Moral alignment benchmarks are moving beyond compliance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